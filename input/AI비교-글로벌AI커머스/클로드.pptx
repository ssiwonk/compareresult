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3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bal-ai-commerce-w01-worksho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lobal-ai-commerce-w01-worksho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Pretendard Variable" panose="02000003000000020004" pitchFamily="2" charset="-127"/>
              </a:defRPr>
            </a:lvl1pPr>
          </a:lstStyle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Pretendard Variable" panose="02000003000000020004" pitchFamily="2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Pretendard Variable" panose="02000003000000020004" pitchFamily="2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7315200" y="-2438400"/>
            <a:ext cx="4876800" cy="487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324850" y="-1428750"/>
            <a:ext cx="2857500" cy="285750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304925" y="1362075"/>
            <a:ext cx="247650" cy="2476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14350" y="2177415"/>
            <a:ext cx="4416274" cy="2242185"/>
            <a:chOff x="514350" y="2177415"/>
            <a:chExt cx="4416274" cy="2242185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177415"/>
              <a:ext cx="3143489" cy="969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63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4350" y="3206115"/>
              <a:ext cx="4416274" cy="969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63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커머스의 등장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4305300"/>
              <a:ext cx="12573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42975" y="5962650"/>
            <a:ext cx="7867650" cy="419100"/>
            <a:chOff x="942975" y="5962650"/>
            <a:chExt cx="7867650" cy="419100"/>
          </a:xfrm>
        </p:grpSpPr>
        <p:sp>
          <p:nvSpPr>
            <p:cNvPr id="9" name="Line 9"/>
            <p:cNvSpPr/>
            <p:nvPr/>
          </p:nvSpPr>
          <p:spPr>
            <a:xfrm>
              <a:off x="1066800" y="61722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rgbClr val="D8C4B8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42975" y="60483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47975" y="60483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667250" y="5962650"/>
              <a:ext cx="419100" cy="4191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657975" y="60483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62975" y="60483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4895850" y="1428750"/>
            <a:ext cx="9525" cy="5353050"/>
          </a:xfrm>
          <a:custGeom>
            <a:avLst/>
            <a:gdLst/>
            <a:ahLst/>
            <a:cxnLst/>
            <a:rect l="l" t="t" r="r" b="b"/>
            <a:pathLst>
              <a:path w="9525" h="5353050">
                <a:moveTo>
                  <a:pt x="0" y="0"/>
                </a:moveTo>
                <a:lnTo>
                  <a:pt x="0" y="5353050"/>
                </a:lnTo>
              </a:path>
            </a:pathLst>
          </a:custGeom>
          <a:noFill/>
          <a:ln w="19050">
            <a:solidFill>
              <a:schemeClr val="accent5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16636" y="443865"/>
            <a:ext cx="1461939" cy="603885"/>
            <a:chOff x="516636" y="443865"/>
            <a:chExt cx="1461939" cy="603885"/>
          </a:xfrm>
        </p:grpSpPr>
        <p:sp>
          <p:nvSpPr>
            <p:cNvPr id="3" name="TextBox 3"/>
            <p:cNvSpPr txBox="1"/>
            <p:nvPr/>
          </p:nvSpPr>
          <p:spPr>
            <a:xfrm>
              <a:off x="516636" y="443865"/>
              <a:ext cx="1461939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3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들어가기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52450" y="952500"/>
              <a:ext cx="11430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61975" y="1449705"/>
            <a:ext cx="3283862" cy="4824234"/>
            <a:chOff x="561975" y="1449705"/>
            <a:chExt cx="3283862" cy="4824234"/>
          </a:xfrm>
        </p:grpSpPr>
        <p:sp>
          <p:nvSpPr>
            <p:cNvPr id="6" name="Freeform 6"/>
            <p:cNvSpPr/>
            <p:nvPr/>
          </p:nvSpPr>
          <p:spPr>
            <a:xfrm>
              <a:off x="598488" y="1474376"/>
              <a:ext cx="269876" cy="224852"/>
            </a:xfrm>
            <a:custGeom>
              <a:avLst/>
              <a:gdLst/>
              <a:ahLst/>
              <a:cxnLst/>
              <a:rect l="l" t="t" r="r" b="b"/>
              <a:pathLst>
                <a:path w="269876" h="224852">
                  <a:moveTo>
                    <a:pt x="263129" y="23651"/>
                  </a:moveTo>
                  <a:cubicBezTo>
                    <a:pt x="266814" y="25779"/>
                    <a:pt x="269279" y="29520"/>
                    <a:pt x="269781" y="33745"/>
                  </a:cubicBezTo>
                  <a:lnTo>
                    <a:pt x="269876" y="35337"/>
                  </a:lnTo>
                  <a:lnTo>
                    <a:pt x="269876" y="210756"/>
                  </a:lnTo>
                  <a:cubicBezTo>
                    <a:pt x="269876" y="215577"/>
                    <a:pt x="267304" y="220032"/>
                    <a:pt x="263129" y="222442"/>
                  </a:cubicBezTo>
                  <a:cubicBezTo>
                    <a:pt x="258954" y="224852"/>
                    <a:pt x="253810" y="224852"/>
                    <a:pt x="249635" y="222442"/>
                  </a:cubicBezTo>
                  <a:cubicBezTo>
                    <a:pt x="218589" y="204515"/>
                    <a:pt x="180669" y="203170"/>
                    <a:pt x="148432" y="218852"/>
                  </a:cubicBezTo>
                  <a:lnTo>
                    <a:pt x="148432" y="14098"/>
                  </a:lnTo>
                  <a:cubicBezTo>
                    <a:pt x="186173" y="0"/>
                    <a:pt x="228240" y="3504"/>
                    <a:pt x="263129" y="23651"/>
                  </a:cubicBezTo>
                  <a:moveTo>
                    <a:pt x="121444" y="14111"/>
                  </a:moveTo>
                  <a:lnTo>
                    <a:pt x="121458" y="218866"/>
                  </a:lnTo>
                  <a:cubicBezTo>
                    <a:pt x="90527" y="203808"/>
                    <a:pt x="54271" y="204395"/>
                    <a:pt x="23844" y="220445"/>
                  </a:cubicBezTo>
                  <a:lnTo>
                    <a:pt x="19431" y="222874"/>
                  </a:lnTo>
                  <a:lnTo>
                    <a:pt x="18041" y="223467"/>
                  </a:lnTo>
                  <a:lnTo>
                    <a:pt x="17380" y="223683"/>
                  </a:lnTo>
                  <a:lnTo>
                    <a:pt x="15896" y="224034"/>
                  </a:lnTo>
                  <a:lnTo>
                    <a:pt x="15073" y="224169"/>
                  </a:lnTo>
                  <a:lnTo>
                    <a:pt x="13494" y="224250"/>
                  </a:lnTo>
                  <a:lnTo>
                    <a:pt x="12927" y="224250"/>
                  </a:lnTo>
                  <a:lnTo>
                    <a:pt x="11443" y="224088"/>
                  </a:lnTo>
                  <a:lnTo>
                    <a:pt x="10404" y="223899"/>
                  </a:lnTo>
                  <a:lnTo>
                    <a:pt x="8946" y="223467"/>
                  </a:lnTo>
                  <a:lnTo>
                    <a:pt x="7246" y="222712"/>
                  </a:lnTo>
                  <a:lnTo>
                    <a:pt x="5964" y="221956"/>
                  </a:lnTo>
                  <a:lnTo>
                    <a:pt x="4763" y="221052"/>
                  </a:lnTo>
                  <a:lnTo>
                    <a:pt x="3954" y="220296"/>
                  </a:lnTo>
                  <a:lnTo>
                    <a:pt x="2969" y="219190"/>
                  </a:lnTo>
                  <a:lnTo>
                    <a:pt x="2105" y="217989"/>
                  </a:lnTo>
                  <a:lnTo>
                    <a:pt x="1808" y="217503"/>
                  </a:lnTo>
                  <a:lnTo>
                    <a:pt x="1376" y="216693"/>
                  </a:lnTo>
                  <a:lnTo>
                    <a:pt x="783" y="215304"/>
                  </a:lnTo>
                  <a:lnTo>
                    <a:pt x="567" y="214642"/>
                  </a:lnTo>
                  <a:lnTo>
                    <a:pt x="216" y="213158"/>
                  </a:lnTo>
                  <a:lnTo>
                    <a:pt x="81" y="212335"/>
                  </a:lnTo>
                  <a:lnTo>
                    <a:pt x="27" y="211674"/>
                  </a:lnTo>
                  <a:lnTo>
                    <a:pt x="0" y="35337"/>
                  </a:lnTo>
                  <a:cubicBezTo>
                    <a:pt x="0" y="30516"/>
                    <a:pt x="2572" y="26062"/>
                    <a:pt x="6747" y="23651"/>
                  </a:cubicBezTo>
                  <a:cubicBezTo>
                    <a:pt x="41638" y="3508"/>
                    <a:pt x="83705" y="9"/>
                    <a:pt x="121444" y="1411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9932" y="1449705"/>
              <a:ext cx="92974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학습목표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61975" y="1920240"/>
              <a:ext cx="2948834" cy="924699"/>
              <a:chOff x="561975" y="1920240"/>
              <a:chExt cx="2948834" cy="924699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561975" y="2028825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40080" y="2085975"/>
                <a:ext cx="11060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5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00506" y="1920240"/>
                <a:ext cx="23852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글로벌 AI 커머스의 개념과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00506" y="2244090"/>
                <a:ext cx="251030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글로벌 이커머스와의 차이를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00506" y="2567940"/>
                <a:ext cx="13176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설명할 수 있다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61975" y="3101340"/>
              <a:ext cx="3221344" cy="600849"/>
              <a:chOff x="561975" y="3101340"/>
              <a:chExt cx="3221344" cy="600849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561975" y="3209925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40080" y="3267075"/>
                <a:ext cx="11060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5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00506" y="3101340"/>
                <a:ext cx="27828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AI가 커머스 가치사슬에 미치는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00506" y="3425190"/>
                <a:ext cx="197650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영향을 설명할 수 있다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61975" y="4053840"/>
              <a:ext cx="3283862" cy="924699"/>
              <a:chOff x="561975" y="4053840"/>
              <a:chExt cx="3283862" cy="924699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61975" y="4162425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40080" y="4219575"/>
                <a:ext cx="11060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5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00506" y="4053840"/>
                <a:ext cx="284533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글로벌 AI 커머스의 주요 사례를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0506" y="4377690"/>
                <a:ext cx="218649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분석하여 AI 활용 방식을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00506" y="4701540"/>
                <a:ext cx="13176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설명할 수 있다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61975" y="5349240"/>
              <a:ext cx="3272640" cy="924699"/>
              <a:chOff x="561975" y="5349240"/>
              <a:chExt cx="3272640" cy="924699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561975" y="5457825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0080" y="5514975"/>
                <a:ext cx="11060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5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0506" y="5349240"/>
                <a:ext cx="28341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해외 시장에서 판매할 상품 또는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00506" y="5673090"/>
                <a:ext cx="211275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서비스를 선정하고 향후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00506" y="5996940"/>
                <a:ext cx="243656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분석 계획을 수립할 수 있다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143500" y="1449705"/>
            <a:ext cx="3208914" cy="4290834"/>
            <a:chOff x="5143500" y="1449705"/>
            <a:chExt cx="3208914" cy="4290834"/>
          </a:xfrm>
        </p:grpSpPr>
        <p:sp>
          <p:nvSpPr>
            <p:cNvPr id="32" name="Freeform 32"/>
            <p:cNvSpPr/>
            <p:nvPr/>
          </p:nvSpPr>
          <p:spPr>
            <a:xfrm>
              <a:off x="5197472" y="1455738"/>
              <a:ext cx="215906" cy="269876"/>
            </a:xfrm>
            <a:custGeom>
              <a:avLst/>
              <a:gdLst/>
              <a:ahLst/>
              <a:cxnLst/>
              <a:rect l="l" t="t" r="r" b="b"/>
              <a:pathLst>
                <a:path w="215906" h="269876">
                  <a:moveTo>
                    <a:pt x="188875" y="29282"/>
                  </a:moveTo>
                  <a:cubicBezTo>
                    <a:pt x="205073" y="34989"/>
                    <a:pt x="215906" y="50295"/>
                    <a:pt x="215903" y="67469"/>
                  </a:cubicBezTo>
                  <a:lnTo>
                    <a:pt x="215903" y="229394"/>
                  </a:lnTo>
                  <a:cubicBezTo>
                    <a:pt x="215903" y="251752"/>
                    <a:pt x="197779" y="269876"/>
                    <a:pt x="175422" y="269876"/>
                  </a:cubicBezTo>
                  <a:lnTo>
                    <a:pt x="40484" y="269876"/>
                  </a:lnTo>
                  <a:cubicBezTo>
                    <a:pt x="18127" y="269876"/>
                    <a:pt x="3" y="251752"/>
                    <a:pt x="3" y="229394"/>
                  </a:cubicBezTo>
                  <a:lnTo>
                    <a:pt x="3" y="67469"/>
                  </a:lnTo>
                  <a:cubicBezTo>
                    <a:pt x="0" y="50295"/>
                    <a:pt x="10833" y="34989"/>
                    <a:pt x="27031" y="29282"/>
                  </a:cubicBezTo>
                  <a:cubicBezTo>
                    <a:pt x="28260" y="58176"/>
                    <a:pt x="52045" y="80967"/>
                    <a:pt x="80966" y="80963"/>
                  </a:cubicBezTo>
                  <a:lnTo>
                    <a:pt x="134941" y="80963"/>
                  </a:lnTo>
                  <a:cubicBezTo>
                    <a:pt x="162647" y="80965"/>
                    <a:pt x="185855" y="59990"/>
                    <a:pt x="188646" y="32426"/>
                  </a:cubicBezTo>
                  <a:close/>
                  <a:moveTo>
                    <a:pt x="67607" y="175419"/>
                  </a:moveTo>
                  <a:lnTo>
                    <a:pt x="67472" y="175419"/>
                  </a:lnTo>
                  <a:cubicBezTo>
                    <a:pt x="60332" y="175427"/>
                    <a:pt x="54435" y="180995"/>
                    <a:pt x="54016" y="188122"/>
                  </a:cubicBezTo>
                  <a:cubicBezTo>
                    <a:pt x="53598" y="195249"/>
                    <a:pt x="58804" y="201469"/>
                    <a:pt x="65893" y="202312"/>
                  </a:cubicBezTo>
                  <a:lnTo>
                    <a:pt x="67607" y="202407"/>
                  </a:lnTo>
                  <a:cubicBezTo>
                    <a:pt x="75059" y="202407"/>
                    <a:pt x="81101" y="196365"/>
                    <a:pt x="81101" y="188913"/>
                  </a:cubicBezTo>
                  <a:cubicBezTo>
                    <a:pt x="81101" y="181461"/>
                    <a:pt x="75059" y="175419"/>
                    <a:pt x="67607" y="175419"/>
                  </a:cubicBezTo>
                  <a:moveTo>
                    <a:pt x="148435" y="175419"/>
                  </a:moveTo>
                  <a:lnTo>
                    <a:pt x="121447" y="175419"/>
                  </a:lnTo>
                  <a:cubicBezTo>
                    <a:pt x="113995" y="175419"/>
                    <a:pt x="107953" y="181461"/>
                    <a:pt x="107953" y="188913"/>
                  </a:cubicBezTo>
                  <a:cubicBezTo>
                    <a:pt x="107953" y="196365"/>
                    <a:pt x="113995" y="202407"/>
                    <a:pt x="121447" y="202407"/>
                  </a:cubicBezTo>
                  <a:lnTo>
                    <a:pt x="148435" y="202407"/>
                  </a:lnTo>
                  <a:cubicBezTo>
                    <a:pt x="155887" y="202407"/>
                    <a:pt x="161928" y="196365"/>
                    <a:pt x="161928" y="188913"/>
                  </a:cubicBezTo>
                  <a:cubicBezTo>
                    <a:pt x="161928" y="181461"/>
                    <a:pt x="155887" y="175419"/>
                    <a:pt x="148435" y="175419"/>
                  </a:cubicBezTo>
                  <a:moveTo>
                    <a:pt x="67607" y="121444"/>
                  </a:moveTo>
                  <a:lnTo>
                    <a:pt x="67472" y="121444"/>
                  </a:lnTo>
                  <a:cubicBezTo>
                    <a:pt x="60332" y="121452"/>
                    <a:pt x="54435" y="127020"/>
                    <a:pt x="54016" y="134147"/>
                  </a:cubicBezTo>
                  <a:cubicBezTo>
                    <a:pt x="53598" y="141274"/>
                    <a:pt x="58804" y="147494"/>
                    <a:pt x="65893" y="148337"/>
                  </a:cubicBezTo>
                  <a:lnTo>
                    <a:pt x="67607" y="148432"/>
                  </a:lnTo>
                  <a:cubicBezTo>
                    <a:pt x="75059" y="148432"/>
                    <a:pt x="81101" y="142390"/>
                    <a:pt x="81101" y="134938"/>
                  </a:cubicBezTo>
                  <a:cubicBezTo>
                    <a:pt x="81101" y="127485"/>
                    <a:pt x="75059" y="121444"/>
                    <a:pt x="67607" y="121444"/>
                  </a:cubicBezTo>
                  <a:moveTo>
                    <a:pt x="148435" y="121444"/>
                  </a:moveTo>
                  <a:lnTo>
                    <a:pt x="121447" y="121444"/>
                  </a:lnTo>
                  <a:cubicBezTo>
                    <a:pt x="113995" y="121444"/>
                    <a:pt x="107953" y="127485"/>
                    <a:pt x="107953" y="134938"/>
                  </a:cubicBezTo>
                  <a:cubicBezTo>
                    <a:pt x="107953" y="142390"/>
                    <a:pt x="113995" y="148432"/>
                    <a:pt x="121447" y="148432"/>
                  </a:cubicBezTo>
                  <a:lnTo>
                    <a:pt x="148435" y="148432"/>
                  </a:lnTo>
                  <a:cubicBezTo>
                    <a:pt x="155887" y="148432"/>
                    <a:pt x="161928" y="142390"/>
                    <a:pt x="161928" y="134938"/>
                  </a:cubicBezTo>
                  <a:cubicBezTo>
                    <a:pt x="161928" y="127485"/>
                    <a:pt x="155887" y="121444"/>
                    <a:pt x="148435" y="121444"/>
                  </a:cubicBezTo>
                  <a:moveTo>
                    <a:pt x="134941" y="0"/>
                  </a:moveTo>
                  <a:cubicBezTo>
                    <a:pt x="149846" y="0"/>
                    <a:pt x="161928" y="12083"/>
                    <a:pt x="161928" y="26988"/>
                  </a:cubicBezTo>
                  <a:cubicBezTo>
                    <a:pt x="161928" y="41892"/>
                    <a:pt x="149846" y="53975"/>
                    <a:pt x="134941" y="53975"/>
                  </a:cubicBezTo>
                  <a:lnTo>
                    <a:pt x="80966" y="53975"/>
                  </a:lnTo>
                  <a:cubicBezTo>
                    <a:pt x="66061" y="53975"/>
                    <a:pt x="53978" y="41892"/>
                    <a:pt x="53978" y="26988"/>
                  </a:cubicBezTo>
                  <a:cubicBezTo>
                    <a:pt x="53978" y="12083"/>
                    <a:pt x="66061" y="0"/>
                    <a:pt x="80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51932" y="1449705"/>
              <a:ext cx="92974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학습내용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5143500" y="1996440"/>
              <a:ext cx="2413825" cy="600849"/>
              <a:chOff x="5143500" y="1996440"/>
              <a:chExt cx="2413825" cy="600849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143500" y="2019300"/>
                <a:ext cx="3810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249418" y="2107882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705856" y="1996440"/>
                <a:ext cx="185146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글로벌 이커머스에서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705856" y="2320290"/>
                <a:ext cx="172643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글로벌 AI 커머스로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143500" y="3044190"/>
              <a:ext cx="2686335" cy="600849"/>
              <a:chOff x="5143500" y="3044190"/>
              <a:chExt cx="2686335" cy="600849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143500" y="3067050"/>
                <a:ext cx="3810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249418" y="3155632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705856" y="3044190"/>
                <a:ext cx="212397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AI는 커머스 가치사슬을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705856" y="3368040"/>
                <a:ext cx="155811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어떻게 바꾸는가?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5143500" y="4091940"/>
              <a:ext cx="3208914" cy="600849"/>
              <a:chOff x="5143500" y="4091940"/>
              <a:chExt cx="3208914" cy="600849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5143500" y="4114800"/>
                <a:ext cx="3810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249418" y="4203382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705856" y="4091940"/>
                <a:ext cx="96981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사례 분석 :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705856" y="4415790"/>
                <a:ext cx="264655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글로벌 AI 커머스의 주요 사례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5143500" y="5139690"/>
              <a:ext cx="2651069" cy="600849"/>
              <a:chOff x="5143500" y="5139690"/>
              <a:chExt cx="2651069" cy="600849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143500" y="5162550"/>
                <a:ext cx="3810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249418" y="5251132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4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705856" y="5139690"/>
                <a:ext cx="20887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실습 : 해외에 팔고 싶은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705856" y="5463540"/>
                <a:ext cx="197650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 또는 서비스 선정</a:t>
                </a:r>
              </a:p>
            </p:txBody>
          </p:sp>
        </p:grpSp>
      </p:grpSp>
      <p:sp>
        <p:nvSpPr>
          <p:cNvPr id="55" name="TextBox 55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02 / 41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7304" y="6957060"/>
            <a:ext cx="26609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도입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753600" cy="1000125"/>
            <a:chOff x="0" y="0"/>
            <a:chExt cx="9753600" cy="100012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36965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60832" y="1860232"/>
            <a:ext cx="6051337" cy="1665238"/>
            <a:chOff x="560832" y="1860232"/>
            <a:chExt cx="6051337" cy="1665238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860232"/>
              <a:ext cx="40010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strike="sngStrike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단순히 해외 플랫폼에 상품을 올리는 것이 아니라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0832" y="2364105"/>
              <a:ext cx="605133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AI를 활용해 해외 고객을 이해하고, 상품을 발견되게 하며,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0832" y="2783205"/>
              <a:ext cx="4480394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신뢰를 만들고, 결제·배송·CS까지 연결하는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0832" y="3202305"/>
              <a:ext cx="200696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새로운 커머스 방식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4650093"/>
            <a:ext cx="8382000" cy="1083957"/>
            <a:chOff x="914400" y="4650093"/>
            <a:chExt cx="8382000" cy="1083957"/>
          </a:xfrm>
        </p:grpSpPr>
        <p:grpSp>
          <p:nvGrpSpPr>
            <p:cNvPr id="14" name="Group 14"/>
            <p:cNvGrpSpPr/>
            <p:nvPr/>
          </p:nvGrpSpPr>
          <p:grpSpPr>
            <a:xfrm>
              <a:off x="914400" y="4650093"/>
              <a:ext cx="1866900" cy="1083957"/>
              <a:chOff x="914400" y="4650093"/>
              <a:chExt cx="1866900" cy="108395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03388" y="4650093"/>
                <a:ext cx="283775" cy="284239"/>
              </a:xfrm>
              <a:custGeom>
                <a:avLst/>
                <a:gdLst/>
                <a:ahLst/>
                <a:cxnLst/>
                <a:rect l="l" t="t" r="r" b="b"/>
                <a:pathLst>
                  <a:path w="283775" h="284239">
                    <a:moveTo>
                      <a:pt x="202407" y="24126"/>
                    </a:moveTo>
                    <a:cubicBezTo>
                      <a:pt x="258641" y="56595"/>
                      <a:pt x="283775" y="124511"/>
                      <a:pt x="262225" y="185766"/>
                    </a:cubicBezTo>
                    <a:cubicBezTo>
                      <a:pt x="240675" y="247020"/>
                      <a:pt x="178553" y="284239"/>
                      <a:pt x="114377" y="274346"/>
                    </a:cubicBezTo>
                    <a:cubicBezTo>
                      <a:pt x="50200" y="264454"/>
                      <a:pt x="2171" y="210255"/>
                      <a:pt x="67" y="145354"/>
                    </a:cubicBezTo>
                    <a:lnTo>
                      <a:pt x="0" y="140982"/>
                    </a:lnTo>
                    <a:lnTo>
                      <a:pt x="67" y="136610"/>
                    </a:lnTo>
                    <a:cubicBezTo>
                      <a:pt x="1605" y="89206"/>
                      <a:pt x="27916" y="46090"/>
                      <a:pt x="69370" y="23045"/>
                    </a:cubicBezTo>
                    <a:cubicBezTo>
                      <a:pt x="110824" y="0"/>
                      <a:pt x="161333" y="410"/>
                      <a:pt x="202407" y="24126"/>
                    </a:cubicBezTo>
                    <a:close/>
                    <a:moveTo>
                      <a:pt x="178118" y="171829"/>
                    </a:moveTo>
                    <a:cubicBezTo>
                      <a:pt x="172797" y="166613"/>
                      <a:pt x="164255" y="166698"/>
                      <a:pt x="159038" y="172018"/>
                    </a:cubicBezTo>
                    <a:cubicBezTo>
                      <a:pt x="152692" y="178496"/>
                      <a:pt x="144006" y="182147"/>
                      <a:pt x="134938" y="182147"/>
                    </a:cubicBezTo>
                    <a:cubicBezTo>
                      <a:pt x="125870" y="182147"/>
                      <a:pt x="117183" y="178496"/>
                      <a:pt x="110838" y="172018"/>
                    </a:cubicBezTo>
                    <a:cubicBezTo>
                      <a:pt x="105599" y="166824"/>
                      <a:pt x="97160" y="166801"/>
                      <a:pt x="91892" y="171966"/>
                    </a:cubicBezTo>
                    <a:cubicBezTo>
                      <a:pt x="86624" y="177130"/>
                      <a:pt x="86480" y="185568"/>
                      <a:pt x="91569" y="190909"/>
                    </a:cubicBezTo>
                    <a:cubicBezTo>
                      <a:pt x="102990" y="202563"/>
                      <a:pt x="118620" y="209131"/>
                      <a:pt x="134938" y="209131"/>
                    </a:cubicBezTo>
                    <a:cubicBezTo>
                      <a:pt x="151255" y="209131"/>
                      <a:pt x="166886" y="202563"/>
                      <a:pt x="178307" y="190909"/>
                    </a:cubicBezTo>
                    <a:cubicBezTo>
                      <a:pt x="183523" y="185588"/>
                      <a:pt x="183438" y="177046"/>
                      <a:pt x="178118" y="171829"/>
                    </a:cubicBezTo>
                    <a:close/>
                    <a:moveTo>
                      <a:pt x="94591" y="100501"/>
                    </a:moveTo>
                    <a:lnTo>
                      <a:pt x="92878" y="100595"/>
                    </a:lnTo>
                    <a:cubicBezTo>
                      <a:pt x="85788" y="101439"/>
                      <a:pt x="80582" y="107658"/>
                      <a:pt x="81001" y="114785"/>
                    </a:cubicBezTo>
                    <a:cubicBezTo>
                      <a:pt x="81419" y="121913"/>
                      <a:pt x="87317" y="127481"/>
                      <a:pt x="94456" y="127488"/>
                    </a:cubicBezTo>
                    <a:lnTo>
                      <a:pt x="96170" y="127394"/>
                    </a:lnTo>
                    <a:cubicBezTo>
                      <a:pt x="103260" y="126551"/>
                      <a:pt x="108465" y="120331"/>
                      <a:pt x="108047" y="113204"/>
                    </a:cubicBezTo>
                    <a:cubicBezTo>
                      <a:pt x="107629" y="106077"/>
                      <a:pt x="101731" y="100509"/>
                      <a:pt x="94591" y="100501"/>
                    </a:cubicBezTo>
                    <a:close/>
                    <a:moveTo>
                      <a:pt x="175554" y="100501"/>
                    </a:moveTo>
                    <a:lnTo>
                      <a:pt x="173840" y="100595"/>
                    </a:lnTo>
                    <a:cubicBezTo>
                      <a:pt x="166751" y="101439"/>
                      <a:pt x="161545" y="107658"/>
                      <a:pt x="161964" y="114785"/>
                    </a:cubicBezTo>
                    <a:cubicBezTo>
                      <a:pt x="162382" y="121913"/>
                      <a:pt x="168280" y="127481"/>
                      <a:pt x="175419" y="127488"/>
                    </a:cubicBezTo>
                    <a:lnTo>
                      <a:pt x="177133" y="127394"/>
                    </a:lnTo>
                    <a:cubicBezTo>
                      <a:pt x="184222" y="126551"/>
                      <a:pt x="189428" y="120331"/>
                      <a:pt x="189010" y="113204"/>
                    </a:cubicBezTo>
                    <a:cubicBezTo>
                      <a:pt x="188591" y="106077"/>
                      <a:pt x="182694" y="100509"/>
                      <a:pt x="175554" y="100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914400" y="5105400"/>
                <a:ext cx="1866900" cy="628650"/>
              </a:xfrm>
              <a:prstGeom prst="roundRect">
                <a:avLst>
                  <a:gd name="adj" fmla="val 21212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89016" y="5301615"/>
                <a:ext cx="13176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해외 고객 이해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2857500" y="5419725"/>
              <a:ext cx="3810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352800" y="4683125"/>
              <a:ext cx="1619250" cy="1050925"/>
              <a:chOff x="3352800" y="4683125"/>
              <a:chExt cx="1619250" cy="10509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013406" y="4683125"/>
                <a:ext cx="297438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97438" h="215901">
                    <a:moveTo>
                      <a:pt x="149020" y="0"/>
                    </a:moveTo>
                    <a:cubicBezTo>
                      <a:pt x="206908" y="0"/>
                      <a:pt x="255121" y="32776"/>
                      <a:pt x="292931" y="96535"/>
                    </a:cubicBezTo>
                    <a:lnTo>
                      <a:pt x="295899" y="101649"/>
                    </a:lnTo>
                    <a:lnTo>
                      <a:pt x="296507" y="102998"/>
                    </a:lnTo>
                    <a:lnTo>
                      <a:pt x="296911" y="104118"/>
                    </a:lnTo>
                    <a:lnTo>
                      <a:pt x="297100" y="104860"/>
                    </a:lnTo>
                    <a:lnTo>
                      <a:pt x="297289" y="105967"/>
                    </a:lnTo>
                    <a:lnTo>
                      <a:pt x="297438" y="107316"/>
                    </a:lnTo>
                    <a:lnTo>
                      <a:pt x="297438" y="108800"/>
                    </a:lnTo>
                    <a:lnTo>
                      <a:pt x="297249" y="110298"/>
                    </a:lnTo>
                    <a:cubicBezTo>
                      <a:pt x="297160" y="110799"/>
                      <a:pt x="297043" y="111295"/>
                      <a:pt x="296898" y="111782"/>
                    </a:cubicBezTo>
                    <a:lnTo>
                      <a:pt x="296372" y="113240"/>
                    </a:lnTo>
                    <a:lnTo>
                      <a:pt x="295886" y="114252"/>
                    </a:lnTo>
                    <a:lnTo>
                      <a:pt x="295670" y="114657"/>
                    </a:lnTo>
                    <a:cubicBezTo>
                      <a:pt x="258373" y="179913"/>
                      <a:pt x="210659" y="214241"/>
                      <a:pt x="153243" y="215847"/>
                    </a:cubicBezTo>
                    <a:lnTo>
                      <a:pt x="149020" y="215901"/>
                    </a:lnTo>
                    <a:cubicBezTo>
                      <a:pt x="89701" y="215901"/>
                      <a:pt x="40570" y="181505"/>
                      <a:pt x="2369" y="114643"/>
                    </a:cubicBezTo>
                    <a:cubicBezTo>
                      <a:pt x="0" y="110496"/>
                      <a:pt x="0" y="105405"/>
                      <a:pt x="2369" y="101257"/>
                    </a:cubicBezTo>
                    <a:cubicBezTo>
                      <a:pt x="40570" y="34396"/>
                      <a:pt x="89701" y="0"/>
                      <a:pt x="149020" y="0"/>
                    </a:cubicBezTo>
                    <a:close/>
                    <a:moveTo>
                      <a:pt x="149020" y="67469"/>
                    </a:moveTo>
                    <a:cubicBezTo>
                      <a:pt x="126662" y="67469"/>
                      <a:pt x="108538" y="85593"/>
                      <a:pt x="108538" y="107950"/>
                    </a:cubicBezTo>
                    <a:cubicBezTo>
                      <a:pt x="108538" y="130307"/>
                      <a:pt x="126662" y="148432"/>
                      <a:pt x="149020" y="148432"/>
                    </a:cubicBezTo>
                    <a:cubicBezTo>
                      <a:pt x="171377" y="148432"/>
                      <a:pt x="189501" y="130307"/>
                      <a:pt x="189501" y="107950"/>
                    </a:cubicBezTo>
                    <a:cubicBezTo>
                      <a:pt x="189501" y="85593"/>
                      <a:pt x="171377" y="67469"/>
                      <a:pt x="149020" y="674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352800" y="5105400"/>
                <a:ext cx="1619250" cy="628650"/>
              </a:xfrm>
              <a:prstGeom prst="roundRect">
                <a:avLst>
                  <a:gd name="adj" fmla="val 21212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733622" y="5301615"/>
                <a:ext cx="8576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 발견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5048250" y="5419725"/>
              <a:ext cx="3810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543550" y="4656138"/>
              <a:ext cx="1066800" cy="1077912"/>
              <a:chOff x="5543550" y="4656138"/>
              <a:chExt cx="1066800" cy="107791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926378" y="4656138"/>
                <a:ext cx="282082" cy="270020"/>
              </a:xfrm>
              <a:custGeom>
                <a:avLst/>
                <a:gdLst/>
                <a:ahLst/>
                <a:cxnLst/>
                <a:rect l="l" t="t" r="r" b="b"/>
                <a:pathLst>
                  <a:path w="282082" h="270020">
                    <a:moveTo>
                      <a:pt x="139482" y="94"/>
                    </a:moveTo>
                    <a:lnTo>
                      <a:pt x="141021" y="0"/>
                    </a:lnTo>
                    <a:lnTo>
                      <a:pt x="142613" y="94"/>
                    </a:lnTo>
                    <a:lnTo>
                      <a:pt x="143409" y="202"/>
                    </a:lnTo>
                    <a:lnTo>
                      <a:pt x="144232" y="378"/>
                    </a:lnTo>
                    <a:lnTo>
                      <a:pt x="145730" y="837"/>
                    </a:lnTo>
                    <a:cubicBezTo>
                      <a:pt x="146765" y="1218"/>
                      <a:pt x="147748" y="1726"/>
                      <a:pt x="148658" y="2348"/>
                    </a:cubicBezTo>
                    <a:lnTo>
                      <a:pt x="150062" y="3454"/>
                    </a:lnTo>
                    <a:lnTo>
                      <a:pt x="153502" y="6396"/>
                    </a:lnTo>
                    <a:cubicBezTo>
                      <a:pt x="180724" y="29006"/>
                      <a:pt x="215127" y="41147"/>
                      <a:pt x="250509" y="40630"/>
                    </a:cubicBezTo>
                    <a:lnTo>
                      <a:pt x="255124" y="40495"/>
                    </a:lnTo>
                    <a:cubicBezTo>
                      <a:pt x="261333" y="40212"/>
                      <a:pt x="266933" y="44206"/>
                      <a:pt x="268685" y="50170"/>
                    </a:cubicBezTo>
                    <a:cubicBezTo>
                      <a:pt x="282082" y="95742"/>
                      <a:pt x="276425" y="144799"/>
                      <a:pt x="253008" y="186126"/>
                    </a:cubicBezTo>
                    <a:cubicBezTo>
                      <a:pt x="229590" y="227453"/>
                      <a:pt x="190413" y="257517"/>
                      <a:pt x="144435" y="269444"/>
                    </a:cubicBezTo>
                    <a:cubicBezTo>
                      <a:pt x="142213" y="270020"/>
                      <a:pt x="139882" y="270020"/>
                      <a:pt x="137661" y="269444"/>
                    </a:cubicBezTo>
                    <a:cubicBezTo>
                      <a:pt x="91679" y="257520"/>
                      <a:pt x="52500" y="227457"/>
                      <a:pt x="29079" y="186130"/>
                    </a:cubicBezTo>
                    <a:cubicBezTo>
                      <a:pt x="5659" y="144803"/>
                      <a:pt x="0" y="95744"/>
                      <a:pt x="13397" y="50170"/>
                    </a:cubicBezTo>
                    <a:cubicBezTo>
                      <a:pt x="15149" y="44206"/>
                      <a:pt x="20749" y="40212"/>
                      <a:pt x="26958" y="40495"/>
                    </a:cubicBezTo>
                    <a:cubicBezTo>
                      <a:pt x="63897" y="42183"/>
                      <a:pt x="100135" y="30024"/>
                      <a:pt x="128579" y="6396"/>
                    </a:cubicBezTo>
                    <a:lnTo>
                      <a:pt x="132128" y="3360"/>
                    </a:lnTo>
                    <a:lnTo>
                      <a:pt x="133424" y="2348"/>
                    </a:lnTo>
                    <a:cubicBezTo>
                      <a:pt x="134334" y="1726"/>
                      <a:pt x="135317" y="1218"/>
                      <a:pt x="136352" y="837"/>
                    </a:cubicBezTo>
                    <a:lnTo>
                      <a:pt x="137863" y="378"/>
                    </a:lnTo>
                    <a:cubicBezTo>
                      <a:pt x="138392" y="250"/>
                      <a:pt x="138928" y="155"/>
                      <a:pt x="139469" y="9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543550" y="5105400"/>
                <a:ext cx="1066800" cy="628650"/>
              </a:xfrm>
              <a:prstGeom prst="roundRect">
                <a:avLst>
                  <a:gd name="adj" fmla="val 2121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878177" y="5301615"/>
                <a:ext cx="3975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신뢰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686550" y="5419725"/>
              <a:ext cx="3810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181850" y="4683125"/>
              <a:ext cx="2114550" cy="1050925"/>
              <a:chOff x="7181850" y="4683125"/>
              <a:chExt cx="2114550" cy="10509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18438" y="4683125"/>
                <a:ext cx="269876" cy="215895"/>
              </a:xfrm>
              <a:custGeom>
                <a:avLst/>
                <a:gdLst/>
                <a:ahLst/>
                <a:cxnLst/>
                <a:rect l="l" t="t" r="r" b="b"/>
                <a:pathLst>
                  <a:path w="269876" h="215895">
                    <a:moveTo>
                      <a:pt x="148432" y="0"/>
                    </a:moveTo>
                    <a:cubicBezTo>
                      <a:pt x="155884" y="0"/>
                      <a:pt x="161925" y="6041"/>
                      <a:pt x="161925" y="13494"/>
                    </a:cubicBezTo>
                    <a:lnTo>
                      <a:pt x="215901" y="13494"/>
                    </a:lnTo>
                    <a:cubicBezTo>
                      <a:pt x="220016" y="13494"/>
                      <a:pt x="223906" y="15372"/>
                      <a:pt x="226466" y="18594"/>
                    </a:cubicBezTo>
                    <a:lnTo>
                      <a:pt x="227465" y="20052"/>
                    </a:lnTo>
                    <a:lnTo>
                      <a:pt x="267946" y="87521"/>
                    </a:lnTo>
                    <a:lnTo>
                      <a:pt x="268688" y="88911"/>
                    </a:lnTo>
                    <a:lnTo>
                      <a:pt x="269228" y="90354"/>
                    </a:lnTo>
                    <a:lnTo>
                      <a:pt x="269619" y="91825"/>
                    </a:lnTo>
                    <a:lnTo>
                      <a:pt x="269835" y="93310"/>
                    </a:lnTo>
                    <a:lnTo>
                      <a:pt x="269876" y="94456"/>
                    </a:lnTo>
                    <a:lnTo>
                      <a:pt x="269876" y="175419"/>
                    </a:lnTo>
                    <a:cubicBezTo>
                      <a:pt x="269876" y="182872"/>
                      <a:pt x="263834" y="188913"/>
                      <a:pt x="256382" y="188913"/>
                    </a:cubicBezTo>
                    <a:lnTo>
                      <a:pt x="240581" y="188913"/>
                    </a:lnTo>
                    <a:cubicBezTo>
                      <a:pt x="234856" y="205085"/>
                      <a:pt x="219562" y="215895"/>
                      <a:pt x="202407" y="215895"/>
                    </a:cubicBezTo>
                    <a:cubicBezTo>
                      <a:pt x="185251" y="215895"/>
                      <a:pt x="169957" y="205085"/>
                      <a:pt x="164233" y="188913"/>
                    </a:cubicBezTo>
                    <a:lnTo>
                      <a:pt x="105643" y="188913"/>
                    </a:lnTo>
                    <a:cubicBezTo>
                      <a:pt x="99918" y="205085"/>
                      <a:pt x="84624" y="215895"/>
                      <a:pt x="67469" y="215895"/>
                    </a:cubicBezTo>
                    <a:cubicBezTo>
                      <a:pt x="50313" y="215895"/>
                      <a:pt x="35019" y="205085"/>
                      <a:pt x="29295" y="188913"/>
                    </a:cubicBezTo>
                    <a:lnTo>
                      <a:pt x="13494" y="188913"/>
                    </a:lnTo>
                    <a:cubicBezTo>
                      <a:pt x="6041" y="188913"/>
                      <a:pt x="0" y="182872"/>
                      <a:pt x="0" y="175419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close/>
                    <a:moveTo>
                      <a:pt x="67469" y="161925"/>
                    </a:moveTo>
                    <a:cubicBezTo>
                      <a:pt x="60016" y="161925"/>
                      <a:pt x="53975" y="167967"/>
                      <a:pt x="53975" y="175419"/>
                    </a:cubicBezTo>
                    <a:cubicBezTo>
                      <a:pt x="53975" y="182872"/>
                      <a:pt x="60016" y="188913"/>
                      <a:pt x="67469" y="188913"/>
                    </a:cubicBezTo>
                    <a:cubicBezTo>
                      <a:pt x="74921" y="188913"/>
                      <a:pt x="80963" y="182872"/>
                      <a:pt x="80963" y="175419"/>
                    </a:cubicBezTo>
                    <a:cubicBezTo>
                      <a:pt x="80963" y="167967"/>
                      <a:pt x="74921" y="161925"/>
                      <a:pt x="67469" y="161925"/>
                    </a:cubicBezTo>
                    <a:moveTo>
                      <a:pt x="202407" y="161925"/>
                    </a:moveTo>
                    <a:cubicBezTo>
                      <a:pt x="194954" y="161925"/>
                      <a:pt x="188913" y="167967"/>
                      <a:pt x="188913" y="175419"/>
                    </a:cubicBezTo>
                    <a:cubicBezTo>
                      <a:pt x="188913" y="182872"/>
                      <a:pt x="194954" y="188913"/>
                      <a:pt x="202407" y="188913"/>
                    </a:cubicBezTo>
                    <a:cubicBezTo>
                      <a:pt x="209859" y="188913"/>
                      <a:pt x="215901" y="182872"/>
                      <a:pt x="215901" y="175419"/>
                    </a:cubicBezTo>
                    <a:cubicBezTo>
                      <a:pt x="215901" y="167967"/>
                      <a:pt x="209859" y="161925"/>
                      <a:pt x="202407" y="161925"/>
                    </a:cubicBezTo>
                    <a:moveTo>
                      <a:pt x="208263" y="40481"/>
                    </a:moveTo>
                    <a:lnTo>
                      <a:pt x="161925" y="40481"/>
                    </a:lnTo>
                    <a:lnTo>
                      <a:pt x="161925" y="80963"/>
                    </a:lnTo>
                    <a:lnTo>
                      <a:pt x="232552" y="8096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7181850" y="5105400"/>
                <a:ext cx="2114550" cy="628650"/>
              </a:xfrm>
              <a:prstGeom prst="roundRect">
                <a:avLst>
                  <a:gd name="adj" fmla="val 21212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58838" y="5301615"/>
                <a:ext cx="116057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결제·배송·CS</a:t>
                </a:r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03 / 41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7304" y="6957060"/>
            <a:ext cx="146354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AI 커머스의 등장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36965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49321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해외판매를 어떻게 바꾸고 있는가?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2095500"/>
            <a:ext cx="3905250" cy="3429000"/>
            <a:chOff x="533400" y="2095500"/>
            <a:chExt cx="3905250" cy="3429000"/>
          </a:xfrm>
        </p:grpSpPr>
        <p:sp>
          <p:nvSpPr>
            <p:cNvPr id="8" name="Rectangle 8"/>
            <p:cNvSpPr/>
            <p:nvPr/>
          </p:nvSpPr>
          <p:spPr>
            <a:xfrm>
              <a:off x="533400" y="2095500"/>
              <a:ext cx="390525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2095500"/>
              <a:ext cx="3905250" cy="685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2438400"/>
              <a:ext cx="3905250" cy="34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28673" y="2289125"/>
              <a:ext cx="300850" cy="302024"/>
            </a:xfrm>
            <a:custGeom>
              <a:avLst/>
              <a:gdLst/>
              <a:ahLst/>
              <a:cxnLst/>
              <a:rect l="l" t="t" r="r" b="b"/>
              <a:pathLst>
                <a:path w="300850" h="302024">
                  <a:moveTo>
                    <a:pt x="214314" y="25545"/>
                  </a:moveTo>
                  <a:cubicBezTo>
                    <a:pt x="274362" y="60214"/>
                    <a:pt x="300850" y="132991"/>
                    <a:pt x="277135" y="198146"/>
                  </a:cubicBezTo>
                  <a:cubicBezTo>
                    <a:pt x="253420" y="263301"/>
                    <a:pt x="186348" y="302024"/>
                    <a:pt x="118064" y="289983"/>
                  </a:cubicBezTo>
                  <a:cubicBezTo>
                    <a:pt x="49781" y="277941"/>
                    <a:pt x="0" y="218612"/>
                    <a:pt x="2" y="149275"/>
                  </a:cubicBezTo>
                  <a:lnTo>
                    <a:pt x="73" y="144646"/>
                  </a:lnTo>
                  <a:cubicBezTo>
                    <a:pt x="1701" y="94454"/>
                    <a:pt x="29560" y="48801"/>
                    <a:pt x="73452" y="24400"/>
                  </a:cubicBezTo>
                  <a:cubicBezTo>
                    <a:pt x="117344" y="0"/>
                    <a:pt x="170824" y="435"/>
                    <a:pt x="214314" y="25545"/>
                  </a:cubicBezTo>
                  <a:close/>
                  <a:moveTo>
                    <a:pt x="142877" y="235000"/>
                  </a:moveTo>
                  <a:cubicBezTo>
                    <a:pt x="134986" y="235000"/>
                    <a:pt x="128589" y="241397"/>
                    <a:pt x="128589" y="249287"/>
                  </a:cubicBezTo>
                  <a:cubicBezTo>
                    <a:pt x="128589" y="257178"/>
                    <a:pt x="134986" y="263575"/>
                    <a:pt x="142877" y="263575"/>
                  </a:cubicBezTo>
                  <a:cubicBezTo>
                    <a:pt x="150768" y="263575"/>
                    <a:pt x="157164" y="257178"/>
                    <a:pt x="157164" y="249287"/>
                  </a:cubicBezTo>
                  <a:cubicBezTo>
                    <a:pt x="157164" y="241397"/>
                    <a:pt x="150768" y="235000"/>
                    <a:pt x="142877" y="235000"/>
                  </a:cubicBezTo>
                  <a:moveTo>
                    <a:pt x="195512" y="78566"/>
                  </a:moveTo>
                  <a:lnTo>
                    <a:pt x="109787" y="107141"/>
                  </a:lnTo>
                  <a:cubicBezTo>
                    <a:pt x="105516" y="108563"/>
                    <a:pt x="102165" y="111914"/>
                    <a:pt x="100743" y="116185"/>
                  </a:cubicBezTo>
                  <a:lnTo>
                    <a:pt x="72068" y="202282"/>
                  </a:lnTo>
                  <a:lnTo>
                    <a:pt x="71739" y="203510"/>
                  </a:lnTo>
                  <a:lnTo>
                    <a:pt x="71496" y="205125"/>
                  </a:lnTo>
                  <a:lnTo>
                    <a:pt x="71439" y="206096"/>
                  </a:lnTo>
                  <a:lnTo>
                    <a:pt x="71439" y="206725"/>
                  </a:lnTo>
                  <a:lnTo>
                    <a:pt x="71568" y="208311"/>
                  </a:lnTo>
                  <a:lnTo>
                    <a:pt x="71739" y="209311"/>
                  </a:lnTo>
                  <a:lnTo>
                    <a:pt x="72311" y="211368"/>
                  </a:lnTo>
                  <a:lnTo>
                    <a:pt x="72954" y="212797"/>
                  </a:lnTo>
                  <a:lnTo>
                    <a:pt x="73725" y="214154"/>
                  </a:lnTo>
                  <a:lnTo>
                    <a:pt x="74640" y="215440"/>
                  </a:lnTo>
                  <a:lnTo>
                    <a:pt x="75625" y="216512"/>
                  </a:lnTo>
                  <a:lnTo>
                    <a:pt x="76826" y="217569"/>
                  </a:lnTo>
                  <a:lnTo>
                    <a:pt x="78226" y="218569"/>
                  </a:lnTo>
                  <a:lnTo>
                    <a:pt x="79655" y="219341"/>
                  </a:lnTo>
                  <a:lnTo>
                    <a:pt x="80769" y="219812"/>
                  </a:lnTo>
                  <a:lnTo>
                    <a:pt x="82269" y="220284"/>
                  </a:lnTo>
                  <a:lnTo>
                    <a:pt x="83827" y="220570"/>
                  </a:lnTo>
                  <a:lnTo>
                    <a:pt x="84441" y="220641"/>
                  </a:lnTo>
                  <a:lnTo>
                    <a:pt x="85412" y="220698"/>
                  </a:lnTo>
                  <a:lnTo>
                    <a:pt x="86041" y="220698"/>
                  </a:lnTo>
                  <a:lnTo>
                    <a:pt x="87627" y="220570"/>
                  </a:lnTo>
                  <a:lnTo>
                    <a:pt x="88627" y="220398"/>
                  </a:lnTo>
                  <a:lnTo>
                    <a:pt x="88913" y="220312"/>
                  </a:lnTo>
                  <a:lnTo>
                    <a:pt x="89184" y="220284"/>
                  </a:lnTo>
                  <a:lnTo>
                    <a:pt x="90242" y="219969"/>
                  </a:lnTo>
                  <a:lnTo>
                    <a:pt x="175967" y="191394"/>
                  </a:lnTo>
                  <a:cubicBezTo>
                    <a:pt x="180238" y="189973"/>
                    <a:pt x="183589" y="186622"/>
                    <a:pt x="185011" y="182350"/>
                  </a:cubicBezTo>
                  <a:lnTo>
                    <a:pt x="213586" y="96625"/>
                  </a:lnTo>
                  <a:cubicBezTo>
                    <a:pt x="215298" y="91491"/>
                    <a:pt x="213962" y="85830"/>
                    <a:pt x="210135" y="82003"/>
                  </a:cubicBezTo>
                  <a:cubicBezTo>
                    <a:pt x="206308" y="78176"/>
                    <a:pt x="200646" y="76840"/>
                    <a:pt x="195512" y="78552"/>
                  </a:cubicBezTo>
                  <a:close/>
                  <a:moveTo>
                    <a:pt x="177438" y="114699"/>
                  </a:moveTo>
                  <a:lnTo>
                    <a:pt x="160150" y="166549"/>
                  </a:lnTo>
                  <a:lnTo>
                    <a:pt x="108301" y="183836"/>
                  </a:lnTo>
                  <a:lnTo>
                    <a:pt x="125589" y="131987"/>
                  </a:lnTo>
                  <a:lnTo>
                    <a:pt x="177438" y="114699"/>
                  </a:lnTo>
                  <a:close/>
                  <a:moveTo>
                    <a:pt x="42864" y="134987"/>
                  </a:moveTo>
                  <a:cubicBezTo>
                    <a:pt x="34973" y="134987"/>
                    <a:pt x="28577" y="141384"/>
                    <a:pt x="28577" y="149275"/>
                  </a:cubicBezTo>
                  <a:cubicBezTo>
                    <a:pt x="28577" y="157166"/>
                    <a:pt x="34973" y="163562"/>
                    <a:pt x="42864" y="163562"/>
                  </a:cubicBezTo>
                  <a:cubicBezTo>
                    <a:pt x="50755" y="163562"/>
                    <a:pt x="57152" y="157166"/>
                    <a:pt x="57152" y="149275"/>
                  </a:cubicBezTo>
                  <a:cubicBezTo>
                    <a:pt x="57152" y="141384"/>
                    <a:pt x="50755" y="134987"/>
                    <a:pt x="42864" y="134987"/>
                  </a:cubicBezTo>
                  <a:moveTo>
                    <a:pt x="242889" y="134987"/>
                  </a:moveTo>
                  <a:cubicBezTo>
                    <a:pt x="234998" y="134987"/>
                    <a:pt x="228602" y="141384"/>
                    <a:pt x="228602" y="149275"/>
                  </a:cubicBezTo>
                  <a:cubicBezTo>
                    <a:pt x="228602" y="157166"/>
                    <a:pt x="234998" y="163562"/>
                    <a:pt x="242889" y="163562"/>
                  </a:cubicBezTo>
                  <a:cubicBezTo>
                    <a:pt x="250780" y="163562"/>
                    <a:pt x="257177" y="157166"/>
                    <a:pt x="257177" y="149275"/>
                  </a:cubicBezTo>
                  <a:cubicBezTo>
                    <a:pt x="257177" y="141384"/>
                    <a:pt x="250780" y="134987"/>
                    <a:pt x="242889" y="134987"/>
                  </a:cubicBezTo>
                  <a:moveTo>
                    <a:pt x="142877" y="34975"/>
                  </a:moveTo>
                  <a:cubicBezTo>
                    <a:pt x="134986" y="34975"/>
                    <a:pt x="128589" y="41372"/>
                    <a:pt x="128589" y="49262"/>
                  </a:cubicBezTo>
                  <a:cubicBezTo>
                    <a:pt x="128589" y="57153"/>
                    <a:pt x="134986" y="63550"/>
                    <a:pt x="142877" y="63550"/>
                  </a:cubicBezTo>
                  <a:cubicBezTo>
                    <a:pt x="150768" y="63550"/>
                    <a:pt x="157164" y="57153"/>
                    <a:pt x="157164" y="49262"/>
                  </a:cubicBezTo>
                  <a:cubicBezTo>
                    <a:pt x="157164" y="41372"/>
                    <a:pt x="150768" y="34975"/>
                    <a:pt x="142877" y="3497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84732" y="2306955"/>
              <a:ext cx="464871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과거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5820" y="3757612"/>
              <a:ext cx="203741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어디에 팔 것인가?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52950" y="3810000"/>
            <a:ext cx="647700" cy="564207"/>
            <a:chOff x="4552950" y="3810000"/>
            <a:chExt cx="647700" cy="564207"/>
          </a:xfrm>
        </p:grpSpPr>
        <p:sp>
          <p:nvSpPr>
            <p:cNvPr id="15" name="Line 15"/>
            <p:cNvSpPr/>
            <p:nvPr/>
          </p:nvSpPr>
          <p:spPr>
            <a:xfrm>
              <a:off x="4552950" y="3810000"/>
              <a:ext cx="647700" cy="1"/>
            </a:xfrm>
            <a:prstGeom prst="line">
              <a:avLst/>
            </a:prstGeom>
            <a:noFill/>
            <a:ln w="952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10087" y="4143375"/>
              <a:ext cx="3334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500" b="1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14950" y="2095500"/>
            <a:ext cx="3905250" cy="3810000"/>
            <a:chOff x="5314950" y="2095500"/>
            <a:chExt cx="3905250" cy="3810000"/>
          </a:xfrm>
        </p:grpSpPr>
        <p:sp>
          <p:nvSpPr>
            <p:cNvPr id="18" name="Rectangle 18"/>
            <p:cNvSpPr/>
            <p:nvPr/>
          </p:nvSpPr>
          <p:spPr>
            <a:xfrm>
              <a:off x="5314950" y="2095500"/>
              <a:ext cx="3905250" cy="381000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14950" y="2095500"/>
              <a:ext cx="3905250" cy="6858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14950" y="2438400"/>
              <a:ext cx="390525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605467" y="2305055"/>
              <a:ext cx="280978" cy="266690"/>
              <a:chOff x="5605467" y="2305055"/>
              <a:chExt cx="280978" cy="26669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795962" y="2476505"/>
                <a:ext cx="90483" cy="95240"/>
              </a:xfrm>
              <a:custGeom>
                <a:avLst/>
                <a:gdLst/>
                <a:ahLst/>
                <a:cxnLst/>
                <a:rect l="l" t="t" r="r" b="b"/>
                <a:pathLst>
                  <a:path w="90483" h="95240">
                    <a:moveTo>
                      <a:pt x="14288" y="61908"/>
                    </a:moveTo>
                    <a:cubicBezTo>
                      <a:pt x="6397" y="61908"/>
                      <a:pt x="0" y="55511"/>
                      <a:pt x="0" y="47620"/>
                    </a:cubicBezTo>
                    <a:cubicBezTo>
                      <a:pt x="0" y="39729"/>
                      <a:pt x="6397" y="33333"/>
                      <a:pt x="14288" y="33333"/>
                    </a:cubicBezTo>
                    <a:cubicBezTo>
                      <a:pt x="22178" y="33333"/>
                      <a:pt x="28575" y="26936"/>
                      <a:pt x="28575" y="19045"/>
                    </a:cubicBezTo>
                    <a:cubicBezTo>
                      <a:pt x="28575" y="0"/>
                      <a:pt x="57150" y="0"/>
                      <a:pt x="57150" y="19045"/>
                    </a:cubicBezTo>
                    <a:cubicBezTo>
                      <a:pt x="57150" y="26936"/>
                      <a:pt x="63547" y="33333"/>
                      <a:pt x="71438" y="33333"/>
                    </a:cubicBezTo>
                    <a:cubicBezTo>
                      <a:pt x="90483" y="33333"/>
                      <a:pt x="90483" y="61908"/>
                      <a:pt x="71438" y="61908"/>
                    </a:cubicBezTo>
                    <a:cubicBezTo>
                      <a:pt x="63547" y="61908"/>
                      <a:pt x="57150" y="68304"/>
                      <a:pt x="57150" y="76195"/>
                    </a:cubicBezTo>
                    <a:cubicBezTo>
                      <a:pt x="57150" y="95240"/>
                      <a:pt x="28575" y="95240"/>
                      <a:pt x="28575" y="76195"/>
                    </a:cubicBezTo>
                    <a:cubicBezTo>
                      <a:pt x="28575" y="68304"/>
                      <a:pt x="22178" y="61908"/>
                      <a:pt x="14288" y="6190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605467" y="2333630"/>
                <a:ext cx="209540" cy="204783"/>
              </a:xfrm>
              <a:custGeom>
                <a:avLst/>
                <a:gdLst/>
                <a:ahLst/>
                <a:cxnLst/>
                <a:rect l="l" t="t" r="r" b="b"/>
                <a:pathLst>
                  <a:path w="209540" h="204783">
                    <a:moveTo>
                      <a:pt x="19045" y="90483"/>
                    </a:moveTo>
                    <a:cubicBezTo>
                      <a:pt x="58499" y="90483"/>
                      <a:pt x="90483" y="58499"/>
                      <a:pt x="90483" y="19045"/>
                    </a:cubicBezTo>
                    <a:cubicBezTo>
                      <a:pt x="90483" y="0"/>
                      <a:pt x="119058" y="0"/>
                      <a:pt x="119058" y="19045"/>
                    </a:cubicBezTo>
                    <a:cubicBezTo>
                      <a:pt x="119058" y="58499"/>
                      <a:pt x="151041" y="90483"/>
                      <a:pt x="190495" y="90483"/>
                    </a:cubicBezTo>
                    <a:cubicBezTo>
                      <a:pt x="209540" y="90483"/>
                      <a:pt x="209540" y="119058"/>
                      <a:pt x="190495" y="119058"/>
                    </a:cubicBezTo>
                    <a:cubicBezTo>
                      <a:pt x="151041" y="119058"/>
                      <a:pt x="119058" y="151041"/>
                      <a:pt x="119058" y="190495"/>
                    </a:cubicBezTo>
                    <a:cubicBezTo>
                      <a:pt x="119058" y="198386"/>
                      <a:pt x="112661" y="204783"/>
                      <a:pt x="104770" y="204783"/>
                    </a:cubicBezTo>
                    <a:cubicBezTo>
                      <a:pt x="96879" y="204783"/>
                      <a:pt x="90483" y="198386"/>
                      <a:pt x="90483" y="190495"/>
                    </a:cubicBezTo>
                    <a:cubicBezTo>
                      <a:pt x="90483" y="151041"/>
                      <a:pt x="58499" y="119058"/>
                      <a:pt x="19045" y="119058"/>
                    </a:cubicBezTo>
                    <a:cubicBezTo>
                      <a:pt x="0" y="119058"/>
                      <a:pt x="0" y="90483"/>
                      <a:pt x="19045" y="9048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795962" y="2305055"/>
                <a:ext cx="90483" cy="95240"/>
              </a:xfrm>
              <a:custGeom>
                <a:avLst/>
                <a:gdLst/>
                <a:ahLst/>
                <a:cxnLst/>
                <a:rect l="l" t="t" r="r" b="b"/>
                <a:pathLst>
                  <a:path w="90483" h="95240">
                    <a:moveTo>
                      <a:pt x="14288" y="61908"/>
                    </a:moveTo>
                    <a:cubicBezTo>
                      <a:pt x="6397" y="61908"/>
                      <a:pt x="0" y="55511"/>
                      <a:pt x="0" y="47620"/>
                    </a:cubicBezTo>
                    <a:cubicBezTo>
                      <a:pt x="0" y="39729"/>
                      <a:pt x="6397" y="33333"/>
                      <a:pt x="14288" y="33333"/>
                    </a:cubicBezTo>
                    <a:cubicBezTo>
                      <a:pt x="22178" y="33333"/>
                      <a:pt x="28575" y="26936"/>
                      <a:pt x="28575" y="19045"/>
                    </a:cubicBezTo>
                    <a:cubicBezTo>
                      <a:pt x="28575" y="0"/>
                      <a:pt x="57150" y="0"/>
                      <a:pt x="57150" y="19045"/>
                    </a:cubicBezTo>
                    <a:cubicBezTo>
                      <a:pt x="57150" y="26936"/>
                      <a:pt x="63547" y="33333"/>
                      <a:pt x="71438" y="33333"/>
                    </a:cubicBezTo>
                    <a:cubicBezTo>
                      <a:pt x="90483" y="33333"/>
                      <a:pt x="90483" y="61908"/>
                      <a:pt x="71438" y="61908"/>
                    </a:cubicBezTo>
                    <a:cubicBezTo>
                      <a:pt x="63547" y="61908"/>
                      <a:pt x="57150" y="68304"/>
                      <a:pt x="57150" y="76195"/>
                    </a:cubicBezTo>
                    <a:cubicBezTo>
                      <a:pt x="57150" y="95240"/>
                      <a:pt x="28575" y="95240"/>
                      <a:pt x="28575" y="76195"/>
                    </a:cubicBezTo>
                    <a:cubicBezTo>
                      <a:pt x="28575" y="68304"/>
                      <a:pt x="22178" y="61908"/>
                      <a:pt x="14288" y="6190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066282" y="2306955"/>
              <a:ext cx="464871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현재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09082" y="3202305"/>
              <a:ext cx="235481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AI와 고객이 내 상품을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09082" y="3583305"/>
              <a:ext cx="177452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어떻게 발견하고,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09082" y="3964305"/>
              <a:ext cx="177452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왜 믿고 구매하게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09082" y="4345305"/>
              <a:ext cx="112210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할 것인가?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04 / 41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7304" y="6957060"/>
            <a:ext cx="146354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AI 커머스의 등장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36965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080424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강의 핵심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2038350"/>
            <a:ext cx="8686800" cy="1314450"/>
            <a:chOff x="533400" y="2038350"/>
            <a:chExt cx="8686800" cy="1314450"/>
          </a:xfrm>
        </p:grpSpPr>
        <p:sp>
          <p:nvSpPr>
            <p:cNvPr id="8" name="Rectangle 8"/>
            <p:cNvSpPr/>
            <p:nvPr/>
          </p:nvSpPr>
          <p:spPr>
            <a:xfrm>
              <a:off x="533400" y="2038350"/>
              <a:ext cx="8686800" cy="1314450"/>
            </a:xfrm>
            <a:prstGeom prst="roundRect">
              <a:avLst>
                <a:gd name="adj" fmla="val 115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38200" y="246697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1728" y="2547938"/>
              <a:ext cx="290144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1432" y="2402205"/>
              <a:ext cx="3023264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단순한 입점이나 AI 활용법을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1432" y="2783205"/>
              <a:ext cx="200696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배우는 과목이 아님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3638550"/>
            <a:ext cx="8686800" cy="2495550"/>
            <a:chOff x="533400" y="3638550"/>
            <a:chExt cx="8686800" cy="2495550"/>
          </a:xfrm>
        </p:grpSpPr>
        <p:sp>
          <p:nvSpPr>
            <p:cNvPr id="14" name="Rectangle 14"/>
            <p:cNvSpPr/>
            <p:nvPr/>
          </p:nvSpPr>
          <p:spPr>
            <a:xfrm>
              <a:off x="533400" y="3638550"/>
              <a:ext cx="8686800" cy="2495550"/>
            </a:xfrm>
            <a:prstGeom prst="roundRect">
              <a:avLst>
                <a:gd name="adj" fmla="val 6107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638550"/>
              <a:ext cx="86868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08050" y="4120389"/>
              <a:ext cx="333852" cy="334399"/>
            </a:xfrm>
            <a:custGeom>
              <a:avLst/>
              <a:gdLst/>
              <a:ahLst/>
              <a:cxnLst/>
              <a:rect l="l" t="t" r="r" b="b"/>
              <a:pathLst>
                <a:path w="333852" h="334399">
                  <a:moveTo>
                    <a:pt x="238125" y="28384"/>
                  </a:moveTo>
                  <a:cubicBezTo>
                    <a:pt x="304283" y="66582"/>
                    <a:pt x="333852" y="146484"/>
                    <a:pt x="308499" y="218548"/>
                  </a:cubicBezTo>
                  <a:cubicBezTo>
                    <a:pt x="283147" y="290612"/>
                    <a:pt x="210062" y="334399"/>
                    <a:pt x="134561" y="322760"/>
                  </a:cubicBezTo>
                  <a:cubicBezTo>
                    <a:pt x="59059" y="311122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9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217599" y="122888"/>
                  </a:moveTo>
                  <a:cubicBezTo>
                    <a:pt x="211943" y="117232"/>
                    <a:pt x="202964" y="116668"/>
                    <a:pt x="196644" y="121570"/>
                  </a:cubicBezTo>
                  <a:lnTo>
                    <a:pt x="195152" y="122888"/>
                  </a:lnTo>
                  <a:lnTo>
                    <a:pt x="142875" y="175148"/>
                  </a:lnTo>
                  <a:lnTo>
                    <a:pt x="122349" y="154638"/>
                  </a:lnTo>
                  <a:lnTo>
                    <a:pt x="120857" y="153320"/>
                  </a:lnTo>
                  <a:cubicBezTo>
                    <a:pt x="114537" y="148421"/>
                    <a:pt x="105560" y="148988"/>
                    <a:pt x="99906" y="154642"/>
                  </a:cubicBezTo>
                  <a:cubicBezTo>
                    <a:pt x="94252" y="160296"/>
                    <a:pt x="93685" y="169273"/>
                    <a:pt x="98584" y="175593"/>
                  </a:cubicBezTo>
                  <a:lnTo>
                    <a:pt x="99902" y="177085"/>
                  </a:lnTo>
                  <a:lnTo>
                    <a:pt x="131652" y="208835"/>
                  </a:lnTo>
                  <a:lnTo>
                    <a:pt x="133144" y="210153"/>
                  </a:lnTo>
                  <a:cubicBezTo>
                    <a:pt x="138871" y="214596"/>
                    <a:pt x="146880" y="214596"/>
                    <a:pt x="152607" y="210153"/>
                  </a:cubicBezTo>
                  <a:lnTo>
                    <a:pt x="154099" y="208835"/>
                  </a:lnTo>
                  <a:lnTo>
                    <a:pt x="217599" y="145335"/>
                  </a:lnTo>
                  <a:lnTo>
                    <a:pt x="218917" y="143843"/>
                  </a:lnTo>
                  <a:cubicBezTo>
                    <a:pt x="223819" y="137523"/>
                    <a:pt x="223254" y="128543"/>
                    <a:pt x="217599" y="122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2570" y="4157662"/>
              <a:ext cx="4775346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시대에 글로벌 고객이 상품을 발견하고,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2570" y="4614862"/>
              <a:ext cx="37414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판매자가 신뢰를 구축하는 방법을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2570" y="5072062"/>
              <a:ext cx="21608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이해하는 것이 핵심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05 / 41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7304" y="6957060"/>
            <a:ext cx="146354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AI 커머스의 등장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36965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580561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생각해 봅시다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5150" y="2051050"/>
            <a:ext cx="6018898" cy="1117739"/>
            <a:chOff x="565150" y="2051050"/>
            <a:chExt cx="6018898" cy="1117739"/>
          </a:xfrm>
        </p:grpSpPr>
        <p:sp>
          <p:nvSpPr>
            <p:cNvPr id="8" name="Freeform 8"/>
            <p:cNvSpPr/>
            <p:nvPr/>
          </p:nvSpPr>
          <p:spPr>
            <a:xfrm>
              <a:off x="565150" y="2051050"/>
              <a:ext cx="317569" cy="319010"/>
            </a:xfrm>
            <a:custGeom>
              <a:avLst/>
              <a:gdLst/>
              <a:ahLst/>
              <a:cxnLst/>
              <a:rect l="l" t="t" r="r" b="b"/>
              <a:pathLst>
                <a:path w="317569" h="319010">
                  <a:moveTo>
                    <a:pt x="158750" y="0"/>
                  </a:moveTo>
                  <a:cubicBezTo>
                    <a:pt x="246428" y="0"/>
                    <a:pt x="317501" y="71073"/>
                    <a:pt x="317501" y="158750"/>
                  </a:cubicBezTo>
                  <a:cubicBezTo>
                    <a:pt x="317569" y="245472"/>
                    <a:pt x="248032" y="316200"/>
                    <a:pt x="161322" y="317605"/>
                  </a:cubicBezTo>
                  <a:cubicBezTo>
                    <a:pt x="74612" y="319010"/>
                    <a:pt x="2821" y="250572"/>
                    <a:pt x="79" y="163894"/>
                  </a:cubicBezTo>
                  <a:lnTo>
                    <a:pt x="0" y="158750"/>
                  </a:lnTo>
                  <a:lnTo>
                    <a:pt x="64" y="154305"/>
                  </a:lnTo>
                  <a:cubicBezTo>
                    <a:pt x="2413" y="68691"/>
                    <a:pt x="72549" y="0"/>
                    <a:pt x="158750" y="0"/>
                  </a:cubicBezTo>
                  <a:close/>
                  <a:moveTo>
                    <a:pt x="158750" y="206375"/>
                  </a:moveTo>
                  <a:cubicBezTo>
                    <a:pt x="150702" y="206376"/>
                    <a:pt x="143928" y="212400"/>
                    <a:pt x="142986" y="220393"/>
                  </a:cubicBezTo>
                  <a:lnTo>
                    <a:pt x="142875" y="222250"/>
                  </a:lnTo>
                  <a:lnTo>
                    <a:pt x="142986" y="224267"/>
                  </a:lnTo>
                  <a:cubicBezTo>
                    <a:pt x="143936" y="232253"/>
                    <a:pt x="150708" y="238267"/>
                    <a:pt x="158750" y="238267"/>
                  </a:cubicBezTo>
                  <a:cubicBezTo>
                    <a:pt x="166793" y="238267"/>
                    <a:pt x="173564" y="232253"/>
                    <a:pt x="174514" y="224267"/>
                  </a:cubicBezTo>
                  <a:lnTo>
                    <a:pt x="174625" y="222409"/>
                  </a:lnTo>
                  <a:lnTo>
                    <a:pt x="174514" y="220393"/>
                  </a:lnTo>
                  <a:cubicBezTo>
                    <a:pt x="173573" y="212400"/>
                    <a:pt x="166799" y="206376"/>
                    <a:pt x="158750" y="206375"/>
                  </a:cubicBezTo>
                  <a:close/>
                  <a:moveTo>
                    <a:pt x="180467" y="100441"/>
                  </a:moveTo>
                  <a:cubicBezTo>
                    <a:pt x="160901" y="90438"/>
                    <a:pt x="137023" y="95226"/>
                    <a:pt x="122825" y="111998"/>
                  </a:cubicBezTo>
                  <a:cubicBezTo>
                    <a:pt x="117367" y="118392"/>
                    <a:pt x="117839" y="127932"/>
                    <a:pt x="123903" y="133755"/>
                  </a:cubicBezTo>
                  <a:cubicBezTo>
                    <a:pt x="129966" y="139578"/>
                    <a:pt x="139517" y="139665"/>
                    <a:pt x="145685" y="133954"/>
                  </a:cubicBezTo>
                  <a:lnTo>
                    <a:pt x="148400" y="131096"/>
                  </a:lnTo>
                  <a:cubicBezTo>
                    <a:pt x="153197" y="126693"/>
                    <a:pt x="160228" y="125743"/>
                    <a:pt x="166021" y="128715"/>
                  </a:cubicBezTo>
                  <a:cubicBezTo>
                    <a:pt x="172283" y="131884"/>
                    <a:pt x="175721" y="138789"/>
                    <a:pt x="174476" y="145696"/>
                  </a:cubicBezTo>
                  <a:cubicBezTo>
                    <a:pt x="173231" y="152602"/>
                    <a:pt x="167598" y="157872"/>
                    <a:pt x="160624" y="158655"/>
                  </a:cubicBezTo>
                  <a:lnTo>
                    <a:pt x="156941" y="158846"/>
                  </a:lnTo>
                  <a:cubicBezTo>
                    <a:pt x="148556" y="159768"/>
                    <a:pt x="142357" y="167086"/>
                    <a:pt x="142826" y="175508"/>
                  </a:cubicBezTo>
                  <a:cubicBezTo>
                    <a:pt x="143295" y="183929"/>
                    <a:pt x="150268" y="190514"/>
                    <a:pt x="158703" y="190500"/>
                  </a:cubicBezTo>
                  <a:cubicBezTo>
                    <a:pt x="180749" y="190567"/>
                    <a:pt x="199959" y="175493"/>
                    <a:pt x="205138" y="154063"/>
                  </a:cubicBezTo>
                  <a:cubicBezTo>
                    <a:pt x="210317" y="132633"/>
                    <a:pt x="200111" y="110450"/>
                    <a:pt x="180467" y="1004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6894" y="2075498"/>
              <a:ext cx="552715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여러분이 한국 상품 하나를 해외에 판다고 생각해 봅시다.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6894" y="2456498"/>
              <a:ext cx="298158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가장 먼저 무엇을 해야 할까요?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7656" y="2891790"/>
              <a:ext cx="400269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아마 많은 분들이 이렇게 생각할 수 있습니다.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3600450"/>
            <a:ext cx="8686800" cy="3067050"/>
            <a:chOff x="533400" y="3600450"/>
            <a:chExt cx="8686800" cy="3067050"/>
          </a:xfrm>
        </p:grpSpPr>
        <p:grpSp>
          <p:nvGrpSpPr>
            <p:cNvPr id="25" name="Group 25"/>
            <p:cNvGrpSpPr/>
            <p:nvPr/>
          </p:nvGrpSpPr>
          <p:grpSpPr>
            <a:xfrm>
              <a:off x="533400" y="3600450"/>
              <a:ext cx="8686800" cy="552450"/>
              <a:chOff x="533400" y="3600450"/>
              <a:chExt cx="8686800" cy="5524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3600450"/>
                <a:ext cx="8686800" cy="552450"/>
              </a:xfrm>
              <a:prstGeom prst="roundRect">
                <a:avLst>
                  <a:gd name="adj" fmla="val 24138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765944" y="3757922"/>
                <a:ext cx="239745" cy="237494"/>
                <a:chOff x="765944" y="3757922"/>
                <a:chExt cx="239745" cy="237494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94528" y="3924300"/>
                  <a:ext cx="100417" cy="71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17" h="71116">
                      <a:moveTo>
                        <a:pt x="100417" y="0"/>
                      </a:moveTo>
                      <a:cubicBezTo>
                        <a:pt x="82738" y="40505"/>
                        <a:pt x="44077" y="67885"/>
                        <a:pt x="0" y="71116"/>
                      </a:cubicBezTo>
                      <a:cubicBezTo>
                        <a:pt x="3049" y="70390"/>
                        <a:pt x="5689" y="68490"/>
                        <a:pt x="7346" y="65830"/>
                      </a:cubicBezTo>
                      <a:cubicBezTo>
                        <a:pt x="20001" y="45557"/>
                        <a:pt x="29177" y="23311"/>
                        <a:pt x="34492" y="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76704" y="3924300"/>
                  <a:ext cx="100405" cy="71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05" h="71116">
                      <a:moveTo>
                        <a:pt x="65925" y="0"/>
                      </a:moveTo>
                      <a:cubicBezTo>
                        <a:pt x="71238" y="23308"/>
                        <a:pt x="80414" y="45562"/>
                        <a:pt x="93071" y="65842"/>
                      </a:cubicBezTo>
                      <a:cubicBezTo>
                        <a:pt x="94728" y="68495"/>
                        <a:pt x="97363" y="70390"/>
                        <a:pt x="100405" y="71116"/>
                      </a:cubicBezTo>
                      <a:cubicBezTo>
                        <a:pt x="56333" y="67881"/>
                        <a:pt x="17677" y="40502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67132" y="3924300"/>
                  <a:ext cx="37386" cy="46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86" h="46244">
                      <a:moveTo>
                        <a:pt x="37386" y="0"/>
                      </a:moveTo>
                      <a:cubicBezTo>
                        <a:pt x="33208" y="16167"/>
                        <a:pt x="26924" y="31715"/>
                        <a:pt x="18693" y="46244"/>
                      </a:cubicBezTo>
                      <a:cubicBezTo>
                        <a:pt x="10462" y="31715"/>
                        <a:pt x="4177" y="16167"/>
                        <a:pt x="0" y="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65944" y="3852862"/>
                  <a:ext cx="72661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61" h="47625">
                      <a:moveTo>
                        <a:pt x="72661" y="0"/>
                      </a:moveTo>
                      <a:cubicBezTo>
                        <a:pt x="70891" y="15826"/>
                        <a:pt x="70891" y="31799"/>
                        <a:pt x="72661" y="47625"/>
                      </a:cubicBezTo>
                      <a:lnTo>
                        <a:pt x="3223" y="47625"/>
                      </a:lnTo>
                      <a:cubicBezTo>
                        <a:pt x="8" y="31914"/>
                        <a:pt x="0" y="15715"/>
                        <a:pt x="3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860592" y="3852862"/>
                  <a:ext cx="50466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66" h="47625">
                      <a:moveTo>
                        <a:pt x="48474" y="0"/>
                      </a:moveTo>
                      <a:cubicBezTo>
                        <a:pt x="50466" y="15812"/>
                        <a:pt x="50466" y="31813"/>
                        <a:pt x="48474" y="47625"/>
                      </a:cubicBezTo>
                      <a:lnTo>
                        <a:pt x="1992" y="47625"/>
                      </a:lnTo>
                      <a:cubicBezTo>
                        <a:pt x="0" y="31813"/>
                        <a:pt x="0" y="15812"/>
                        <a:pt x="199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33045" y="3852862"/>
                  <a:ext cx="72644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44" h="47625">
                      <a:moveTo>
                        <a:pt x="69461" y="0"/>
                      </a:moveTo>
                      <a:cubicBezTo>
                        <a:pt x="72644" y="15716"/>
                        <a:pt x="72636" y="31912"/>
                        <a:pt x="69437" y="47625"/>
                      </a:cubicBezTo>
                      <a:lnTo>
                        <a:pt x="0" y="47625"/>
                      </a:lnTo>
                      <a:cubicBezTo>
                        <a:pt x="1774" y="31802"/>
                        <a:pt x="1774" y="15835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776669" y="3757934"/>
                  <a:ext cx="100429" cy="71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29" h="71116">
                      <a:moveTo>
                        <a:pt x="100429" y="0"/>
                      </a:moveTo>
                      <a:cubicBezTo>
                        <a:pt x="97389" y="732"/>
                        <a:pt x="94759" y="2631"/>
                        <a:pt x="93107" y="5286"/>
                      </a:cubicBezTo>
                      <a:cubicBezTo>
                        <a:pt x="80451" y="25562"/>
                        <a:pt x="71275" y="47813"/>
                        <a:pt x="65961" y="71116"/>
                      </a:cubicBezTo>
                      <a:lnTo>
                        <a:pt x="0" y="71116"/>
                      </a:lnTo>
                      <a:cubicBezTo>
                        <a:pt x="17523" y="31012"/>
                        <a:pt x="55616" y="3738"/>
                        <a:pt x="99227" y="7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67132" y="3782806"/>
                  <a:ext cx="37386" cy="46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86" h="46256">
                      <a:moveTo>
                        <a:pt x="18693" y="0"/>
                      </a:moveTo>
                      <a:cubicBezTo>
                        <a:pt x="26925" y="14532"/>
                        <a:pt x="33209" y="30084"/>
                        <a:pt x="37386" y="46256"/>
                      </a:cubicBezTo>
                      <a:lnTo>
                        <a:pt x="0" y="46256"/>
                      </a:lnTo>
                      <a:cubicBezTo>
                        <a:pt x="4048" y="30575"/>
                        <a:pt x="10120" y="15300"/>
                        <a:pt x="18217" y="8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894552" y="3757922"/>
                  <a:ext cx="100429" cy="71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29" h="71128">
                      <a:moveTo>
                        <a:pt x="0" y="0"/>
                      </a:moveTo>
                      <a:cubicBezTo>
                        <a:pt x="44075" y="3255"/>
                        <a:pt x="82730" y="30632"/>
                        <a:pt x="100429" y="71128"/>
                      </a:cubicBezTo>
                      <a:lnTo>
                        <a:pt x="34469" y="71128"/>
                      </a:lnTo>
                      <a:cubicBezTo>
                        <a:pt x="29155" y="47820"/>
                        <a:pt x="19980" y="25566"/>
                        <a:pt x="7322" y="5286"/>
                      </a:cubicBezTo>
                      <a:cubicBezTo>
                        <a:pt x="5890" y="2992"/>
                        <a:pt x="3719" y="1253"/>
                        <a:pt x="1167" y="3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171956" y="3758565"/>
                <a:ext cx="191398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영어로 번역해야 한다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4229100"/>
              <a:ext cx="8686800" cy="552450"/>
              <a:chOff x="533400" y="4229100"/>
              <a:chExt cx="8686800" cy="5524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33400" y="4229100"/>
                <a:ext cx="8686800" cy="552450"/>
              </a:xfrm>
              <a:prstGeom prst="roundRect">
                <a:avLst>
                  <a:gd name="adj" fmla="val 24138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8669" y="4386262"/>
                <a:ext cx="214481" cy="240725"/>
              </a:xfrm>
              <a:custGeom>
                <a:avLst/>
                <a:gdLst/>
                <a:ahLst/>
                <a:cxnLst/>
                <a:rect l="l" t="t" r="r" b="b"/>
                <a:pathLst>
                  <a:path w="214481" h="240725">
                    <a:moveTo>
                      <a:pt x="35719" y="0"/>
                    </a:moveTo>
                    <a:cubicBezTo>
                      <a:pt x="41755" y="1"/>
                      <a:pt x="46835" y="4519"/>
                      <a:pt x="47542" y="10513"/>
                    </a:cubicBezTo>
                    <a:lnTo>
                      <a:pt x="47625" y="11906"/>
                    </a:lnTo>
                    <a:lnTo>
                      <a:pt x="47625" y="24622"/>
                    </a:lnTo>
                    <a:lnTo>
                      <a:pt x="203252" y="35754"/>
                    </a:lnTo>
                    <a:cubicBezTo>
                      <a:pt x="209607" y="36205"/>
                      <a:pt x="214481" y="41578"/>
                      <a:pt x="214312" y="47946"/>
                    </a:cubicBezTo>
                    <a:lnTo>
                      <a:pt x="214193" y="49304"/>
                    </a:lnTo>
                    <a:lnTo>
                      <a:pt x="202287" y="132648"/>
                    </a:lnTo>
                    <a:cubicBezTo>
                      <a:pt x="201525" y="138015"/>
                      <a:pt x="197232" y="142191"/>
                      <a:pt x="191845" y="142804"/>
                    </a:cubicBezTo>
                    <a:lnTo>
                      <a:pt x="190500" y="142875"/>
                    </a:lnTo>
                    <a:lnTo>
                      <a:pt x="47625" y="142875"/>
                    </a:lnTo>
                    <a:lnTo>
                      <a:pt x="47625" y="166688"/>
                    </a:lnTo>
                    <a:lnTo>
                      <a:pt x="166688" y="166688"/>
                    </a:lnTo>
                    <a:cubicBezTo>
                      <a:pt x="186142" y="166689"/>
                      <a:pt x="202018" y="182258"/>
                      <a:pt x="202397" y="201709"/>
                    </a:cubicBezTo>
                    <a:cubicBezTo>
                      <a:pt x="202777" y="221159"/>
                      <a:pt x="187522" y="237337"/>
                      <a:pt x="168082" y="238098"/>
                    </a:cubicBezTo>
                    <a:cubicBezTo>
                      <a:pt x="148643" y="238858"/>
                      <a:pt x="132170" y="223923"/>
                      <a:pt x="131028" y="204502"/>
                    </a:cubicBezTo>
                    <a:lnTo>
                      <a:pt x="130969" y="202406"/>
                    </a:lnTo>
                    <a:lnTo>
                      <a:pt x="131028" y="200311"/>
                    </a:lnTo>
                    <a:cubicBezTo>
                      <a:pt x="131231" y="196882"/>
                      <a:pt x="131909" y="193596"/>
                      <a:pt x="133005" y="190500"/>
                    </a:cubicBezTo>
                    <a:lnTo>
                      <a:pt x="69402" y="190500"/>
                    </a:lnTo>
                    <a:cubicBezTo>
                      <a:pt x="74042" y="203663"/>
                      <a:pt x="70591" y="218324"/>
                      <a:pt x="60565" y="228034"/>
                    </a:cubicBezTo>
                    <a:cubicBezTo>
                      <a:pt x="50539" y="237744"/>
                      <a:pt x="35776" y="240725"/>
                      <a:pt x="22768" y="235666"/>
                    </a:cubicBezTo>
                    <a:cubicBezTo>
                      <a:pt x="9760" y="230607"/>
                      <a:pt x="890" y="218434"/>
                      <a:pt x="60" y="204502"/>
                    </a:cubicBezTo>
                    <a:lnTo>
                      <a:pt x="0" y="202406"/>
                    </a:lnTo>
                    <a:lnTo>
                      <a:pt x="60" y="200311"/>
                    </a:lnTo>
                    <a:cubicBezTo>
                      <a:pt x="902" y="185959"/>
                      <a:pt x="10261" y="173509"/>
                      <a:pt x="23812" y="168712"/>
                    </a:cubicBezTo>
                    <a:lnTo>
                      <a:pt x="23812" y="23812"/>
                    </a:lnTo>
                    <a:lnTo>
                      <a:pt x="11906" y="23812"/>
                    </a:lnTo>
                    <a:cubicBezTo>
                      <a:pt x="5870" y="23812"/>
                      <a:pt x="790" y="19294"/>
                      <a:pt x="83" y="13299"/>
                    </a:cubicBezTo>
                    <a:lnTo>
                      <a:pt x="0" y="11906"/>
                    </a:lnTo>
                    <a:cubicBezTo>
                      <a:pt x="1" y="5870"/>
                      <a:pt x="4519" y="790"/>
                      <a:pt x="10513" y="83"/>
                    </a:cubicBezTo>
                    <a:lnTo>
                      <a:pt x="11906" y="0"/>
                    </a:lnTo>
                    <a:lnTo>
                      <a:pt x="35719" y="0"/>
                    </a:lnTo>
                    <a:close/>
                    <a:moveTo>
                      <a:pt x="35719" y="190500"/>
                    </a:moveTo>
                    <a:cubicBezTo>
                      <a:pt x="29143" y="190500"/>
                      <a:pt x="23812" y="195831"/>
                      <a:pt x="23812" y="202406"/>
                    </a:cubicBezTo>
                    <a:cubicBezTo>
                      <a:pt x="23812" y="208982"/>
                      <a:pt x="29143" y="214312"/>
                      <a:pt x="35719" y="214312"/>
                    </a:cubicBezTo>
                    <a:cubicBezTo>
                      <a:pt x="42294" y="214312"/>
                      <a:pt x="47625" y="208982"/>
                      <a:pt x="47625" y="202406"/>
                    </a:cubicBezTo>
                    <a:cubicBezTo>
                      <a:pt x="47625" y="195831"/>
                      <a:pt x="42294" y="190500"/>
                      <a:pt x="35719" y="190500"/>
                    </a:cubicBezTo>
                    <a:moveTo>
                      <a:pt x="166688" y="190500"/>
                    </a:moveTo>
                    <a:cubicBezTo>
                      <a:pt x="160112" y="190500"/>
                      <a:pt x="154781" y="195831"/>
                      <a:pt x="154781" y="202406"/>
                    </a:cubicBezTo>
                    <a:cubicBezTo>
                      <a:pt x="154781" y="208982"/>
                      <a:pt x="160112" y="214312"/>
                      <a:pt x="166688" y="214312"/>
                    </a:cubicBezTo>
                    <a:cubicBezTo>
                      <a:pt x="173263" y="214312"/>
                      <a:pt x="178594" y="208982"/>
                      <a:pt x="178594" y="202406"/>
                    </a:cubicBezTo>
                    <a:cubicBezTo>
                      <a:pt x="178594" y="195831"/>
                      <a:pt x="173263" y="190500"/>
                      <a:pt x="166688" y="19050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171956" y="4387215"/>
                <a:ext cx="29703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아마존이나 쇼피에 입점해야 한다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33400" y="4857750"/>
              <a:ext cx="8686800" cy="552450"/>
              <a:chOff x="533400" y="4857750"/>
              <a:chExt cx="8686800" cy="5524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" y="4857750"/>
                <a:ext cx="8686800" cy="552450"/>
              </a:xfrm>
              <a:prstGeom prst="roundRect">
                <a:avLst>
                  <a:gd name="adj" fmla="val 24138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6762" y="5038725"/>
                <a:ext cx="238125" cy="19049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495">
                    <a:moveTo>
                      <a:pt x="130969" y="0"/>
                    </a:moveTo>
                    <a:cubicBezTo>
                      <a:pt x="137544" y="0"/>
                      <a:pt x="142875" y="5331"/>
                      <a:pt x="142875" y="11906"/>
                    </a:cubicBezTo>
                    <a:lnTo>
                      <a:pt x="190500" y="11906"/>
                    </a:lnTo>
                    <a:cubicBezTo>
                      <a:pt x="194131" y="11906"/>
                      <a:pt x="197564" y="13563"/>
                      <a:pt x="199823" y="16407"/>
                    </a:cubicBezTo>
                    <a:lnTo>
                      <a:pt x="200704" y="17693"/>
                    </a:lnTo>
                    <a:lnTo>
                      <a:pt x="236422" y="77224"/>
                    </a:lnTo>
                    <a:lnTo>
                      <a:pt x="237077" y="78450"/>
                    </a:lnTo>
                    <a:lnTo>
                      <a:pt x="237553" y="79724"/>
                    </a:lnTo>
                    <a:lnTo>
                      <a:pt x="237899" y="81022"/>
                    </a:lnTo>
                    <a:lnTo>
                      <a:pt x="238089" y="82332"/>
                    </a:lnTo>
                    <a:lnTo>
                      <a:pt x="238125" y="83344"/>
                    </a:lnTo>
                    <a:lnTo>
                      <a:pt x="238125" y="154781"/>
                    </a:lnTo>
                    <a:cubicBezTo>
                      <a:pt x="238125" y="161357"/>
                      <a:pt x="232794" y="166688"/>
                      <a:pt x="226219" y="166688"/>
                    </a:cubicBezTo>
                    <a:lnTo>
                      <a:pt x="212277" y="166688"/>
                    </a:lnTo>
                    <a:cubicBezTo>
                      <a:pt x="207226" y="180957"/>
                      <a:pt x="193731" y="190495"/>
                      <a:pt x="178594" y="190495"/>
                    </a:cubicBezTo>
                    <a:cubicBezTo>
                      <a:pt x="163457" y="190495"/>
                      <a:pt x="149962" y="180957"/>
                      <a:pt x="144911" y="166688"/>
                    </a:cubicBezTo>
                    <a:lnTo>
                      <a:pt x="93214" y="166688"/>
                    </a:lnTo>
                    <a:cubicBezTo>
                      <a:pt x="88163" y="180957"/>
                      <a:pt x="74668" y="190495"/>
                      <a:pt x="59531" y="190495"/>
                    </a:cubicBezTo>
                    <a:cubicBezTo>
                      <a:pt x="44394" y="190495"/>
                      <a:pt x="30899" y="180957"/>
                      <a:pt x="25848" y="166688"/>
                    </a:cubicBezTo>
                    <a:lnTo>
                      <a:pt x="11906" y="166688"/>
                    </a:lnTo>
                    <a:cubicBezTo>
                      <a:pt x="5331" y="166688"/>
                      <a:pt x="0" y="161357"/>
                      <a:pt x="0" y="154781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  <a:moveTo>
                      <a:pt x="59531" y="142875"/>
                    </a:moveTo>
                    <a:cubicBezTo>
                      <a:pt x="52956" y="142875"/>
                      <a:pt x="47625" y="148206"/>
                      <a:pt x="47625" y="154781"/>
                    </a:cubicBezTo>
                    <a:cubicBezTo>
                      <a:pt x="47625" y="161357"/>
                      <a:pt x="52956" y="166688"/>
                      <a:pt x="59531" y="166688"/>
                    </a:cubicBezTo>
                    <a:cubicBezTo>
                      <a:pt x="66107" y="166688"/>
                      <a:pt x="71438" y="161357"/>
                      <a:pt x="71438" y="154781"/>
                    </a:cubicBezTo>
                    <a:cubicBezTo>
                      <a:pt x="71438" y="148206"/>
                      <a:pt x="66107" y="142875"/>
                      <a:pt x="59531" y="142875"/>
                    </a:cubicBezTo>
                    <a:moveTo>
                      <a:pt x="178594" y="142875"/>
                    </a:moveTo>
                    <a:cubicBezTo>
                      <a:pt x="172018" y="142875"/>
                      <a:pt x="166688" y="148206"/>
                      <a:pt x="166688" y="154781"/>
                    </a:cubicBezTo>
                    <a:cubicBezTo>
                      <a:pt x="166688" y="161357"/>
                      <a:pt x="172018" y="166688"/>
                      <a:pt x="178594" y="166688"/>
                    </a:cubicBezTo>
                    <a:cubicBezTo>
                      <a:pt x="185169" y="166688"/>
                      <a:pt x="190500" y="161357"/>
                      <a:pt x="190500" y="154781"/>
                    </a:cubicBezTo>
                    <a:cubicBezTo>
                      <a:pt x="190500" y="148206"/>
                      <a:pt x="185169" y="142875"/>
                      <a:pt x="178594" y="142875"/>
                    </a:cubicBezTo>
                    <a:moveTo>
                      <a:pt x="183761" y="35719"/>
                    </a:moveTo>
                    <a:lnTo>
                      <a:pt x="142875" y="35719"/>
                    </a:lnTo>
                    <a:lnTo>
                      <a:pt x="142875" y="71438"/>
                    </a:lnTo>
                    <a:lnTo>
                      <a:pt x="205192" y="714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171956" y="5015865"/>
                <a:ext cx="23740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배송 방법을 알아봐야 한다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33400" y="5486400"/>
              <a:ext cx="8686800" cy="552450"/>
              <a:chOff x="533400" y="5486400"/>
              <a:chExt cx="8686800" cy="5524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33400" y="5486400"/>
                <a:ext cx="8686800" cy="552450"/>
              </a:xfrm>
              <a:prstGeom prst="roundRect">
                <a:avLst>
                  <a:gd name="adj" fmla="val 24138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66530" y="5643562"/>
                <a:ext cx="226452" cy="221325"/>
              </a:xfrm>
              <a:custGeom>
                <a:avLst/>
                <a:gdLst/>
                <a:ahLst/>
                <a:cxnLst/>
                <a:rect l="l" t="t" r="r" b="b"/>
                <a:pathLst>
                  <a:path w="226452" h="221325">
                    <a:moveTo>
                      <a:pt x="47858" y="107156"/>
                    </a:moveTo>
                    <a:cubicBezTo>
                      <a:pt x="42107" y="107156"/>
                      <a:pt x="35702" y="115788"/>
                      <a:pt x="35952" y="130766"/>
                    </a:cubicBezTo>
                    <a:cubicBezTo>
                      <a:pt x="36106" y="140089"/>
                      <a:pt x="39404" y="146244"/>
                      <a:pt x="48275" y="155412"/>
                    </a:cubicBezTo>
                    <a:lnTo>
                      <a:pt x="49549" y="156686"/>
                    </a:lnTo>
                    <a:lnTo>
                      <a:pt x="50751" y="155091"/>
                    </a:lnTo>
                    <a:cubicBezTo>
                      <a:pt x="56299" y="147435"/>
                      <a:pt x="59252" y="140018"/>
                      <a:pt x="59705" y="132898"/>
                    </a:cubicBezTo>
                    <a:lnTo>
                      <a:pt x="59764" y="130969"/>
                    </a:lnTo>
                    <a:lnTo>
                      <a:pt x="59728" y="124266"/>
                    </a:lnTo>
                    <a:cubicBezTo>
                      <a:pt x="59526" y="108978"/>
                      <a:pt x="58181" y="107335"/>
                      <a:pt x="50120" y="107168"/>
                    </a:cubicBezTo>
                    <a:close/>
                    <a:moveTo>
                      <a:pt x="190733" y="0"/>
                    </a:moveTo>
                    <a:cubicBezTo>
                      <a:pt x="210652" y="0"/>
                      <a:pt x="226452" y="15800"/>
                      <a:pt x="226452" y="35719"/>
                    </a:cubicBezTo>
                    <a:lnTo>
                      <a:pt x="226452" y="47625"/>
                    </a:lnTo>
                    <a:lnTo>
                      <a:pt x="155014" y="47625"/>
                    </a:lnTo>
                    <a:lnTo>
                      <a:pt x="155014" y="35719"/>
                    </a:lnTo>
                    <a:cubicBezTo>
                      <a:pt x="155014" y="15800"/>
                      <a:pt x="170814" y="0"/>
                      <a:pt x="190733" y="0"/>
                    </a:cubicBezTo>
                    <a:moveTo>
                      <a:pt x="222963" y="187011"/>
                    </a:moveTo>
                    <a:lnTo>
                      <a:pt x="199151" y="210824"/>
                    </a:lnTo>
                    <a:lnTo>
                      <a:pt x="198198" y="211669"/>
                    </a:lnTo>
                    <a:lnTo>
                      <a:pt x="197686" y="212074"/>
                    </a:lnTo>
                    <a:lnTo>
                      <a:pt x="196686" y="212717"/>
                    </a:lnTo>
                    <a:lnTo>
                      <a:pt x="195460" y="213336"/>
                    </a:lnTo>
                    <a:lnTo>
                      <a:pt x="194460" y="213717"/>
                    </a:lnTo>
                    <a:lnTo>
                      <a:pt x="193507" y="213991"/>
                    </a:lnTo>
                    <a:lnTo>
                      <a:pt x="191804" y="214265"/>
                    </a:lnTo>
                    <a:lnTo>
                      <a:pt x="190959" y="214312"/>
                    </a:lnTo>
                    <a:lnTo>
                      <a:pt x="160967" y="214312"/>
                    </a:lnTo>
                    <a:cubicBezTo>
                      <a:pt x="141727" y="214312"/>
                      <a:pt x="125796" y="204430"/>
                      <a:pt x="113295" y="185821"/>
                    </a:cubicBezTo>
                    <a:lnTo>
                      <a:pt x="112985" y="185345"/>
                    </a:lnTo>
                    <a:lnTo>
                      <a:pt x="109735" y="190476"/>
                    </a:lnTo>
                    <a:lnTo>
                      <a:pt x="105389" y="197108"/>
                    </a:lnTo>
                    <a:cubicBezTo>
                      <a:pt x="89244" y="221325"/>
                      <a:pt x="70361" y="217241"/>
                      <a:pt x="49430" y="192226"/>
                    </a:cubicBezTo>
                    <a:lnTo>
                      <a:pt x="48668" y="191322"/>
                    </a:lnTo>
                    <a:lnTo>
                      <a:pt x="46572" y="193072"/>
                    </a:lnTo>
                    <a:cubicBezTo>
                      <a:pt x="39452" y="198842"/>
                      <a:pt x="31336" y="204549"/>
                      <a:pt x="22224" y="210193"/>
                    </a:cubicBezTo>
                    <a:lnTo>
                      <a:pt x="18271" y="212610"/>
                    </a:lnTo>
                    <a:cubicBezTo>
                      <a:pt x="14622" y="214894"/>
                      <a:pt x="10024" y="215029"/>
                      <a:pt x="6246" y="212965"/>
                    </a:cubicBezTo>
                    <a:cubicBezTo>
                      <a:pt x="2468" y="210901"/>
                      <a:pt x="99" y="206958"/>
                      <a:pt x="49" y="202654"/>
                    </a:cubicBezTo>
                    <a:cubicBezTo>
                      <a:pt x="0" y="198349"/>
                      <a:pt x="2278" y="194353"/>
                      <a:pt x="6007" y="192203"/>
                    </a:cubicBezTo>
                    <a:cubicBezTo>
                      <a:pt x="15022" y="186863"/>
                      <a:pt x="23655" y="180903"/>
                      <a:pt x="31844" y="174367"/>
                    </a:cubicBezTo>
                    <a:lnTo>
                      <a:pt x="32773" y="173593"/>
                    </a:lnTo>
                    <a:lnTo>
                      <a:pt x="31022" y="171807"/>
                    </a:lnTo>
                    <a:cubicBezTo>
                      <a:pt x="19140" y="159508"/>
                      <a:pt x="13187" y="149138"/>
                      <a:pt x="12258" y="134219"/>
                    </a:cubicBezTo>
                    <a:lnTo>
                      <a:pt x="12139" y="131171"/>
                    </a:lnTo>
                    <a:cubicBezTo>
                      <a:pt x="11687" y="104108"/>
                      <a:pt x="27105" y="83344"/>
                      <a:pt x="47858" y="83344"/>
                    </a:cubicBezTo>
                    <a:cubicBezTo>
                      <a:pt x="72290" y="83344"/>
                      <a:pt x="83577" y="94631"/>
                      <a:pt x="83577" y="130969"/>
                    </a:cubicBezTo>
                    <a:cubicBezTo>
                      <a:pt x="83577" y="145471"/>
                      <a:pt x="77981" y="159449"/>
                      <a:pt x="67003" y="173022"/>
                    </a:cubicBezTo>
                    <a:lnTo>
                      <a:pt x="65693" y="174569"/>
                    </a:lnTo>
                    <a:lnTo>
                      <a:pt x="69027" y="178856"/>
                    </a:lnTo>
                    <a:cubicBezTo>
                      <a:pt x="78362" y="190583"/>
                      <a:pt x="80862" y="190667"/>
                      <a:pt x="85017" y="184714"/>
                    </a:cubicBezTo>
                    <a:lnTo>
                      <a:pt x="85577" y="183892"/>
                    </a:lnTo>
                    <a:cubicBezTo>
                      <a:pt x="93276" y="172335"/>
                      <a:pt x="98979" y="162842"/>
                      <a:pt x="102686" y="155412"/>
                    </a:cubicBezTo>
                    <a:cubicBezTo>
                      <a:pt x="104758" y="151262"/>
                      <a:pt x="109051" y="148693"/>
                      <a:pt x="113687" y="148829"/>
                    </a:cubicBezTo>
                    <a:cubicBezTo>
                      <a:pt x="118323" y="148964"/>
                      <a:pt x="122458" y="151780"/>
                      <a:pt x="124284" y="156043"/>
                    </a:cubicBezTo>
                    <a:cubicBezTo>
                      <a:pt x="134500" y="179880"/>
                      <a:pt x="146644" y="190500"/>
                      <a:pt x="160967" y="190500"/>
                    </a:cubicBezTo>
                    <a:lnTo>
                      <a:pt x="161979" y="190488"/>
                    </a:lnTo>
                    <a:lnTo>
                      <a:pt x="158503" y="187011"/>
                    </a:lnTo>
                    <a:cubicBezTo>
                      <a:pt x="156270" y="184779"/>
                      <a:pt x="155015" y="181751"/>
                      <a:pt x="155014" y="178594"/>
                    </a:cubicBezTo>
                    <a:lnTo>
                      <a:pt x="155014" y="71438"/>
                    </a:lnTo>
                    <a:lnTo>
                      <a:pt x="226452" y="71438"/>
                    </a:lnTo>
                    <a:lnTo>
                      <a:pt x="226452" y="178594"/>
                    </a:lnTo>
                    <a:cubicBezTo>
                      <a:pt x="226451" y="181751"/>
                      <a:pt x="225196" y="184779"/>
                      <a:pt x="222963" y="18701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171956" y="5644515"/>
                <a:ext cx="151644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광고를 해야 한다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33400" y="6115050"/>
              <a:ext cx="8686800" cy="552450"/>
              <a:chOff x="533400" y="6115050"/>
              <a:chExt cx="8686800" cy="5524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33400" y="6115050"/>
                <a:ext cx="8686800" cy="552450"/>
              </a:xfrm>
              <a:prstGeom prst="roundRect">
                <a:avLst>
                  <a:gd name="adj" fmla="val 24138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66762" y="6296025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238125" y="71438"/>
                    </a:moveTo>
                    <a:lnTo>
                      <a:pt x="238125" y="142875"/>
                    </a:lnTo>
                    <a:cubicBezTo>
                      <a:pt x="238125" y="169178"/>
                      <a:pt x="216803" y="190500"/>
                      <a:pt x="190500" y="190500"/>
                    </a:cubicBezTo>
                    <a:lnTo>
                      <a:pt x="47625" y="190500"/>
                    </a:lnTo>
                    <a:cubicBezTo>
                      <a:pt x="21322" y="190500"/>
                      <a:pt x="0" y="169178"/>
                      <a:pt x="0" y="142875"/>
                    </a:cubicBezTo>
                    <a:lnTo>
                      <a:pt x="0" y="71438"/>
                    </a:lnTo>
                    <a:lnTo>
                      <a:pt x="238125" y="71438"/>
                    </a:lnTo>
                    <a:close/>
                    <a:moveTo>
                      <a:pt x="59650" y="119062"/>
                    </a:moveTo>
                    <a:lnTo>
                      <a:pt x="59531" y="119062"/>
                    </a:lnTo>
                    <a:cubicBezTo>
                      <a:pt x="55278" y="119084"/>
                      <a:pt x="51358" y="121373"/>
                      <a:pt x="49250" y="125067"/>
                    </a:cubicBezTo>
                    <a:cubicBezTo>
                      <a:pt x="47141" y="128762"/>
                      <a:pt x="47164" y="133300"/>
                      <a:pt x="49309" y="136973"/>
                    </a:cubicBezTo>
                    <a:cubicBezTo>
                      <a:pt x="51455" y="140647"/>
                      <a:pt x="55397" y="142896"/>
                      <a:pt x="59650" y="142875"/>
                    </a:cubicBezTo>
                    <a:cubicBezTo>
                      <a:pt x="66226" y="142875"/>
                      <a:pt x="71557" y="137544"/>
                      <a:pt x="71557" y="130969"/>
                    </a:cubicBezTo>
                    <a:cubicBezTo>
                      <a:pt x="71557" y="124393"/>
                      <a:pt x="66226" y="119062"/>
                      <a:pt x="59650" y="119062"/>
                    </a:cubicBezTo>
                    <a:moveTo>
                      <a:pt x="130969" y="119062"/>
                    </a:moveTo>
                    <a:lnTo>
                      <a:pt x="107156" y="119062"/>
                    </a:lnTo>
                    <a:cubicBezTo>
                      <a:pt x="100581" y="119062"/>
                      <a:pt x="95250" y="124393"/>
                      <a:pt x="95250" y="130969"/>
                    </a:cubicBezTo>
                    <a:cubicBezTo>
                      <a:pt x="95250" y="137544"/>
                      <a:pt x="100581" y="142875"/>
                      <a:pt x="107156" y="142875"/>
                    </a:cubicBezTo>
                    <a:lnTo>
                      <a:pt x="130969" y="142875"/>
                    </a:lnTo>
                    <a:cubicBezTo>
                      <a:pt x="137544" y="142875"/>
                      <a:pt x="142875" y="137544"/>
                      <a:pt x="142875" y="130969"/>
                    </a:cubicBezTo>
                    <a:cubicBezTo>
                      <a:pt x="142875" y="124393"/>
                      <a:pt x="137544" y="119062"/>
                      <a:pt x="130969" y="119062"/>
                    </a:cubicBezTo>
                    <a:close/>
                    <a:moveTo>
                      <a:pt x="190500" y="0"/>
                    </a:moveTo>
                    <a:cubicBezTo>
                      <a:pt x="216803" y="0"/>
                      <a:pt x="238125" y="21322"/>
                      <a:pt x="238125" y="476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1905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171956" y="6273165"/>
                <a:ext cx="1715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결제를 붙여야 한다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06 / 41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7304" y="6957060"/>
            <a:ext cx="146354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AI 커머스의 등장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36965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580561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생각해 봅시다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3494" y="2015490"/>
            <a:ext cx="3874459" cy="626790"/>
            <a:chOff x="523494" y="2015490"/>
            <a:chExt cx="3874459" cy="626790"/>
          </a:xfrm>
        </p:grpSpPr>
        <p:sp>
          <p:nvSpPr>
            <p:cNvPr id="8" name="TextBox 8"/>
            <p:cNvSpPr txBox="1"/>
            <p:nvPr/>
          </p:nvSpPr>
          <p:spPr>
            <a:xfrm>
              <a:off x="524256" y="2015490"/>
              <a:ext cx="308257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물론 다 맞습니다. 그런데 실제로는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494" y="2342198"/>
              <a:ext cx="387445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그보다 먼저 물어야 할 질문이 있습니다.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2895600"/>
            <a:ext cx="8686800" cy="3657600"/>
            <a:chOff x="533400" y="2895600"/>
            <a:chExt cx="8686800" cy="3657600"/>
          </a:xfrm>
        </p:grpSpPr>
        <p:grpSp>
          <p:nvGrpSpPr>
            <p:cNvPr id="15" name="Group 15"/>
            <p:cNvGrpSpPr/>
            <p:nvPr/>
          </p:nvGrpSpPr>
          <p:grpSpPr>
            <a:xfrm>
              <a:off x="533400" y="2895600"/>
              <a:ext cx="4248150" cy="1143000"/>
              <a:chOff x="533400" y="2895600"/>
              <a:chExt cx="4248150" cy="1143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895600"/>
                <a:ext cx="42481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52094" y="3066098"/>
                <a:ext cx="33342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9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Q1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2856" y="3463290"/>
                <a:ext cx="243656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해외 고객이 이 상품을 정말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2856" y="3710940"/>
                <a:ext cx="89928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원하는가?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972050" y="2895600"/>
              <a:ext cx="4248150" cy="1143000"/>
              <a:chOff x="4972050" y="2895600"/>
              <a:chExt cx="4248150" cy="1143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972050" y="2895600"/>
                <a:ext cx="42481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190744" y="3066098"/>
                <a:ext cx="33342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9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Q2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91506" y="3463290"/>
                <a:ext cx="1715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비슷한 상품은 이미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191506" y="3710940"/>
                <a:ext cx="135934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얼마나 많은가?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33400" y="4152900"/>
              <a:ext cx="4248150" cy="1143000"/>
              <a:chOff x="533400" y="4152900"/>
              <a:chExt cx="4248150" cy="1143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33400" y="4152900"/>
                <a:ext cx="42481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52094" y="4323398"/>
                <a:ext cx="33342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9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Q3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2856" y="4720590"/>
                <a:ext cx="227947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내 상품은 무엇이 다른가?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972050" y="4152900"/>
              <a:ext cx="4248150" cy="1143000"/>
              <a:chOff x="4972050" y="4152900"/>
              <a:chExt cx="4248150" cy="1143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972050" y="4152900"/>
                <a:ext cx="42481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190744" y="4323398"/>
                <a:ext cx="33342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9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Q4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191506" y="4720590"/>
                <a:ext cx="16526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배송비를 포함해도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191506" y="4968240"/>
                <a:ext cx="16206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살 만한 가격인가?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33400" y="5410200"/>
              <a:ext cx="4248150" cy="1143000"/>
              <a:chOff x="533400" y="5410200"/>
              <a:chExt cx="4248150" cy="1143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" y="5410200"/>
                <a:ext cx="42481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52094" y="5580698"/>
                <a:ext cx="33342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9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Q5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52856" y="5977890"/>
                <a:ext cx="23740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리뷰가 없는 신규 판매자를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52856" y="6225540"/>
                <a:ext cx="208069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고객이 믿을 수 있는가?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972050" y="5410200"/>
              <a:ext cx="4248150" cy="1143000"/>
              <a:chOff x="4972050" y="5410200"/>
              <a:chExt cx="4248150" cy="1143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972050" y="5410200"/>
                <a:ext cx="42481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190744" y="5580698"/>
                <a:ext cx="33342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9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Q6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191506" y="5977890"/>
                <a:ext cx="19252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검색이나 추천에서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191506" y="6225540"/>
                <a:ext cx="280204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내 상품이 잘 설명될 수 있는가?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07 / 41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7304" y="6957060"/>
            <a:ext cx="146354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AI 커머스의 등장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36965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580561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생각해 봅시다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3494" y="2075498"/>
            <a:ext cx="5136021" cy="300082"/>
            <a:chOff x="523494" y="2075498"/>
            <a:chExt cx="5136021" cy="300082"/>
          </a:xfrm>
        </p:grpSpPr>
        <p:sp>
          <p:nvSpPr>
            <p:cNvPr id="8" name="TextBox 8"/>
            <p:cNvSpPr txBox="1"/>
            <p:nvPr/>
          </p:nvSpPr>
          <p:spPr>
            <a:xfrm>
              <a:off x="523494" y="2075498"/>
              <a:ext cx="513602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이 질문을 하지 않고 상품부터 올리면 어떻게 될까요?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33500" y="2724150"/>
            <a:ext cx="7086600" cy="3829050"/>
            <a:chOff x="1333500" y="2724150"/>
            <a:chExt cx="7086600" cy="3829050"/>
          </a:xfrm>
        </p:grpSpPr>
        <p:grpSp>
          <p:nvGrpSpPr>
            <p:cNvPr id="12" name="Group 12"/>
            <p:cNvGrpSpPr/>
            <p:nvPr/>
          </p:nvGrpSpPr>
          <p:grpSpPr>
            <a:xfrm>
              <a:off x="1333500" y="2724150"/>
              <a:ext cx="7086600" cy="685800"/>
              <a:chOff x="1333500" y="2724150"/>
              <a:chExt cx="7086600" cy="6858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333500" y="2724150"/>
                <a:ext cx="7086600" cy="685800"/>
              </a:xfrm>
              <a:prstGeom prst="roundRect">
                <a:avLst>
                  <a:gd name="adj" fmla="val 1944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667256" y="2948940"/>
                <a:ext cx="323165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상품은 올라갔는데 아무도 보지 않음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4876800" y="3429000"/>
              <a:ext cx="1" cy="3048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333500" y="3771900"/>
              <a:ext cx="7086600" cy="685800"/>
              <a:chOff x="1333500" y="3771900"/>
              <a:chExt cx="7086600" cy="6858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333500" y="3771900"/>
                <a:ext cx="7086600" cy="685800"/>
              </a:xfrm>
              <a:prstGeom prst="roundRect">
                <a:avLst>
                  <a:gd name="adj" fmla="val 1944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67256" y="3996690"/>
                <a:ext cx="1715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보더라도 믿지 않음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4876800" y="4476750"/>
              <a:ext cx="1" cy="3048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333500" y="4819650"/>
              <a:ext cx="7086600" cy="685800"/>
              <a:chOff x="1333500" y="4819650"/>
              <a:chExt cx="7086600" cy="6858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333500" y="4819650"/>
                <a:ext cx="7086600" cy="685800"/>
              </a:xfrm>
              <a:prstGeom prst="roundRect">
                <a:avLst>
                  <a:gd name="adj" fmla="val 1944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667256" y="5044440"/>
                <a:ext cx="23740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믿어도 배송비 때문에 나감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4876800" y="5524500"/>
              <a:ext cx="1" cy="3048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333500" y="5867400"/>
              <a:ext cx="7086600" cy="685800"/>
              <a:chOff x="1333500" y="5867400"/>
              <a:chExt cx="7086600" cy="6858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333500" y="5867400"/>
                <a:ext cx="7086600" cy="685800"/>
              </a:xfrm>
              <a:prstGeom prst="roundRect">
                <a:avLst>
                  <a:gd name="adj" fmla="val 19444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667256" y="6092190"/>
                <a:ext cx="36356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배송비를 넘어서도 리뷰가 없어서 망설임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08 / 41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7304" y="6957060"/>
            <a:ext cx="146354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AI 커머스의 등장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36965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580561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생각해 봅시다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2356" y="2167890"/>
            <a:ext cx="3901709" cy="276999"/>
            <a:chOff x="562356" y="2167890"/>
            <a:chExt cx="3901709" cy="276999"/>
          </a:xfrm>
        </p:grpSpPr>
        <p:sp>
          <p:nvSpPr>
            <p:cNvPr id="8" name="TextBox 8"/>
            <p:cNvSpPr txBox="1"/>
            <p:nvPr/>
          </p:nvSpPr>
          <p:spPr>
            <a:xfrm>
              <a:off x="562356" y="2167890"/>
              <a:ext cx="39017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strike="sngStrike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커머스는 단순한 판매기술이 아님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4850" y="3124200"/>
            <a:ext cx="8343900" cy="2694161"/>
            <a:chOff x="704850" y="3124200"/>
            <a:chExt cx="8343900" cy="2694161"/>
          </a:xfrm>
        </p:grpSpPr>
        <p:sp>
          <p:nvSpPr>
            <p:cNvPr id="10" name="Line 10"/>
            <p:cNvSpPr/>
            <p:nvPr/>
          </p:nvSpPr>
          <p:spPr>
            <a:xfrm>
              <a:off x="1238250" y="3733800"/>
              <a:ext cx="7277100" cy="9525"/>
            </a:xfrm>
            <a:custGeom>
              <a:avLst/>
              <a:gdLst/>
              <a:ahLst/>
              <a:cxnLst/>
              <a:rect l="l" t="t" r="r" b="b"/>
              <a:pathLst>
                <a:path w="7277100" h="9525">
                  <a:moveTo>
                    <a:pt x="0" y="0"/>
                  </a:moveTo>
                  <a:lnTo>
                    <a:pt x="7277100" y="0"/>
                  </a:lnTo>
                </a:path>
              </a:pathLst>
            </a:custGeom>
            <a:noFill/>
            <a:ln w="28575">
              <a:solidFill>
                <a:srgbClr val="D8C4B8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04850" y="3200400"/>
              <a:ext cx="1066800" cy="1504548"/>
              <a:chOff x="704850" y="3200400"/>
              <a:chExt cx="1066800" cy="1504548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04850" y="3200400"/>
                <a:ext cx="1066800" cy="10668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80465" y="3486150"/>
                <a:ext cx="314933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14933" h="228600">
                    <a:moveTo>
                      <a:pt x="157785" y="0"/>
                    </a:moveTo>
                    <a:cubicBezTo>
                      <a:pt x="219078" y="0"/>
                      <a:pt x="270128" y="34704"/>
                      <a:pt x="310161" y="102213"/>
                    </a:cubicBezTo>
                    <a:lnTo>
                      <a:pt x="313304" y="107628"/>
                    </a:lnTo>
                    <a:lnTo>
                      <a:pt x="313947" y="109056"/>
                    </a:lnTo>
                    <a:lnTo>
                      <a:pt x="314376" y="110242"/>
                    </a:lnTo>
                    <a:lnTo>
                      <a:pt x="314576" y="111028"/>
                    </a:lnTo>
                    <a:lnTo>
                      <a:pt x="314776" y="112200"/>
                    </a:lnTo>
                    <a:lnTo>
                      <a:pt x="314933" y="113628"/>
                    </a:lnTo>
                    <a:lnTo>
                      <a:pt x="314933" y="115200"/>
                    </a:lnTo>
                    <a:lnTo>
                      <a:pt x="314733" y="116786"/>
                    </a:lnTo>
                    <a:cubicBezTo>
                      <a:pt x="314639" y="117317"/>
                      <a:pt x="314515" y="117841"/>
                      <a:pt x="314362" y="118358"/>
                    </a:cubicBezTo>
                    <a:lnTo>
                      <a:pt x="313805" y="119901"/>
                    </a:lnTo>
                    <a:lnTo>
                      <a:pt x="313290" y="120972"/>
                    </a:lnTo>
                    <a:lnTo>
                      <a:pt x="313062" y="121401"/>
                    </a:lnTo>
                    <a:cubicBezTo>
                      <a:pt x="273571" y="190495"/>
                      <a:pt x="223050" y="226843"/>
                      <a:pt x="162257" y="228543"/>
                    </a:cubicBezTo>
                    <a:lnTo>
                      <a:pt x="157785" y="228600"/>
                    </a:lnTo>
                    <a:cubicBezTo>
                      <a:pt x="94977" y="228600"/>
                      <a:pt x="42956" y="192181"/>
                      <a:pt x="2508" y="121387"/>
                    </a:cubicBezTo>
                    <a:cubicBezTo>
                      <a:pt x="0" y="116995"/>
                      <a:pt x="0" y="111605"/>
                      <a:pt x="2508" y="107213"/>
                    </a:cubicBezTo>
                    <a:cubicBezTo>
                      <a:pt x="42956" y="36419"/>
                      <a:pt x="94977" y="0"/>
                      <a:pt x="157785" y="0"/>
                    </a:cubicBezTo>
                    <a:close/>
                    <a:moveTo>
                      <a:pt x="157785" y="71438"/>
                    </a:moveTo>
                    <a:cubicBezTo>
                      <a:pt x="134113" y="71438"/>
                      <a:pt x="114923" y="90628"/>
                      <a:pt x="114923" y="114300"/>
                    </a:cubicBezTo>
                    <a:cubicBezTo>
                      <a:pt x="114923" y="137972"/>
                      <a:pt x="134113" y="157162"/>
                      <a:pt x="157785" y="157162"/>
                    </a:cubicBezTo>
                    <a:cubicBezTo>
                      <a:pt x="181457" y="157162"/>
                      <a:pt x="200648" y="137972"/>
                      <a:pt x="200648" y="114300"/>
                    </a:cubicBezTo>
                    <a:cubicBezTo>
                      <a:pt x="200648" y="90628"/>
                      <a:pt x="181457" y="71438"/>
                      <a:pt x="157785" y="714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43912" y="44510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 발견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524125" y="3200400"/>
              <a:ext cx="1066800" cy="1504548"/>
              <a:chOff x="2524125" y="3200400"/>
              <a:chExt cx="1066800" cy="1504548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2524125" y="3200400"/>
                <a:ext cx="1066800" cy="10668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908181" y="3457575"/>
                <a:ext cx="298675" cy="285903"/>
              </a:xfrm>
              <a:custGeom>
                <a:avLst/>
                <a:gdLst/>
                <a:ahLst/>
                <a:cxnLst/>
                <a:rect l="l" t="t" r="r" b="b"/>
                <a:pathLst>
                  <a:path w="298675" h="285903">
                    <a:moveTo>
                      <a:pt x="147687" y="100"/>
                    </a:moveTo>
                    <a:lnTo>
                      <a:pt x="149316" y="0"/>
                    </a:lnTo>
                    <a:lnTo>
                      <a:pt x="151002" y="100"/>
                    </a:lnTo>
                    <a:lnTo>
                      <a:pt x="151845" y="214"/>
                    </a:lnTo>
                    <a:lnTo>
                      <a:pt x="152716" y="400"/>
                    </a:lnTo>
                    <a:lnTo>
                      <a:pt x="154302" y="886"/>
                    </a:lnTo>
                    <a:cubicBezTo>
                      <a:pt x="155397" y="1290"/>
                      <a:pt x="156439" y="1827"/>
                      <a:pt x="157402" y="2486"/>
                    </a:cubicBezTo>
                    <a:lnTo>
                      <a:pt x="158888" y="3658"/>
                    </a:lnTo>
                    <a:lnTo>
                      <a:pt x="162532" y="6772"/>
                    </a:lnTo>
                    <a:cubicBezTo>
                      <a:pt x="191354" y="30712"/>
                      <a:pt x="227781" y="43567"/>
                      <a:pt x="265245" y="43020"/>
                    </a:cubicBezTo>
                    <a:lnTo>
                      <a:pt x="270131" y="42877"/>
                    </a:lnTo>
                    <a:cubicBezTo>
                      <a:pt x="276705" y="42577"/>
                      <a:pt x="282634" y="46807"/>
                      <a:pt x="284490" y="53121"/>
                    </a:cubicBezTo>
                    <a:cubicBezTo>
                      <a:pt x="298675" y="101374"/>
                      <a:pt x="292685" y="153316"/>
                      <a:pt x="267890" y="197074"/>
                    </a:cubicBezTo>
                    <a:cubicBezTo>
                      <a:pt x="243095" y="240832"/>
                      <a:pt x="201614" y="272664"/>
                      <a:pt x="152930" y="285293"/>
                    </a:cubicBezTo>
                    <a:cubicBezTo>
                      <a:pt x="150579" y="285903"/>
                      <a:pt x="148110" y="285903"/>
                      <a:pt x="145758" y="285293"/>
                    </a:cubicBezTo>
                    <a:cubicBezTo>
                      <a:pt x="97072" y="272667"/>
                      <a:pt x="55588" y="240837"/>
                      <a:pt x="30790" y="197078"/>
                    </a:cubicBezTo>
                    <a:cubicBezTo>
                      <a:pt x="5992" y="153320"/>
                      <a:pt x="0" y="101376"/>
                      <a:pt x="14185" y="53121"/>
                    </a:cubicBezTo>
                    <a:cubicBezTo>
                      <a:pt x="16040" y="46807"/>
                      <a:pt x="21969" y="42577"/>
                      <a:pt x="28543" y="42877"/>
                    </a:cubicBezTo>
                    <a:cubicBezTo>
                      <a:pt x="67655" y="44665"/>
                      <a:pt x="106026" y="31790"/>
                      <a:pt x="136143" y="6772"/>
                    </a:cubicBezTo>
                    <a:lnTo>
                      <a:pt x="139900" y="3558"/>
                    </a:lnTo>
                    <a:lnTo>
                      <a:pt x="141272" y="2486"/>
                    </a:lnTo>
                    <a:cubicBezTo>
                      <a:pt x="142236" y="1827"/>
                      <a:pt x="143277" y="1290"/>
                      <a:pt x="144372" y="886"/>
                    </a:cubicBezTo>
                    <a:lnTo>
                      <a:pt x="145972" y="400"/>
                    </a:lnTo>
                    <a:cubicBezTo>
                      <a:pt x="146532" y="265"/>
                      <a:pt x="147100" y="165"/>
                      <a:pt x="147673" y="1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663187" y="44510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신뢰 설계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267200" y="3124200"/>
              <a:ext cx="1219200" cy="1656948"/>
              <a:chOff x="4267200" y="3124200"/>
              <a:chExt cx="1219200" cy="1656948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267200" y="3124200"/>
                <a:ext cx="1219200" cy="12192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4733925" y="3438525"/>
                <a:ext cx="286319" cy="286870"/>
                <a:chOff x="4733925" y="3438525"/>
                <a:chExt cx="286319" cy="28687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733925" y="3438525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111125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  <a:lnTo>
                        <a:pt x="0" y="111125"/>
                      </a:lnTo>
                      <a:cubicBezTo>
                        <a:pt x="0" y="119893"/>
                        <a:pt x="7107" y="127000"/>
                        <a:pt x="15875" y="127000"/>
                      </a:cubicBezTo>
                      <a:lnTo>
                        <a:pt x="111125" y="127000"/>
                      </a:lnTo>
                      <a:cubicBezTo>
                        <a:pt x="119893" y="127000"/>
                        <a:pt x="127000" y="119893"/>
                        <a:pt x="127000" y="111125"/>
                      </a:cubicBezTo>
                      <a:lnTo>
                        <a:pt x="127000" y="15875"/>
                      </a:lnTo>
                      <a:cubicBezTo>
                        <a:pt x="127000" y="7107"/>
                        <a:pt x="119893" y="0"/>
                        <a:pt x="1111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892675" y="3438525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111125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  <a:lnTo>
                        <a:pt x="0" y="111125"/>
                      </a:lnTo>
                      <a:cubicBezTo>
                        <a:pt x="0" y="119893"/>
                        <a:pt x="7107" y="127000"/>
                        <a:pt x="15875" y="127000"/>
                      </a:cubicBezTo>
                      <a:lnTo>
                        <a:pt x="111125" y="127000"/>
                      </a:lnTo>
                      <a:cubicBezTo>
                        <a:pt x="119893" y="127000"/>
                        <a:pt x="127000" y="119893"/>
                        <a:pt x="127000" y="111125"/>
                      </a:cubicBezTo>
                      <a:lnTo>
                        <a:pt x="127000" y="15875"/>
                      </a:lnTo>
                      <a:cubicBezTo>
                        <a:pt x="127000" y="7107"/>
                        <a:pt x="119893" y="0"/>
                        <a:pt x="1111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733925" y="3597275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111125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  <a:lnTo>
                        <a:pt x="0" y="111125"/>
                      </a:lnTo>
                      <a:cubicBezTo>
                        <a:pt x="0" y="119893"/>
                        <a:pt x="7107" y="127000"/>
                        <a:pt x="15875" y="127000"/>
                      </a:cubicBezTo>
                      <a:lnTo>
                        <a:pt x="111125" y="127000"/>
                      </a:lnTo>
                      <a:cubicBezTo>
                        <a:pt x="119893" y="127000"/>
                        <a:pt x="127000" y="119893"/>
                        <a:pt x="127000" y="111125"/>
                      </a:cubicBezTo>
                      <a:lnTo>
                        <a:pt x="127000" y="15875"/>
                      </a:lnTo>
                      <a:cubicBezTo>
                        <a:pt x="127000" y="7107"/>
                        <a:pt x="119893" y="0"/>
                        <a:pt x="1111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892675" y="3597275"/>
                  <a:ext cx="127569" cy="128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569" h="128120">
                      <a:moveTo>
                        <a:pt x="63500" y="0"/>
                      </a:moveTo>
                      <a:cubicBezTo>
                        <a:pt x="98158" y="0"/>
                        <a:pt x="126414" y="27789"/>
                        <a:pt x="126991" y="62441"/>
                      </a:cubicBezTo>
                      <a:cubicBezTo>
                        <a:pt x="127569" y="97094"/>
                        <a:pt x="100255" y="125809"/>
                        <a:pt x="65617" y="126965"/>
                      </a:cubicBezTo>
                      <a:cubicBezTo>
                        <a:pt x="30979" y="128120"/>
                        <a:pt x="1812" y="101289"/>
                        <a:pt x="79" y="66675"/>
                      </a:cubicBezTo>
                      <a:lnTo>
                        <a:pt x="0" y="63500"/>
                      </a:lnTo>
                      <a:lnTo>
                        <a:pt x="79" y="60325"/>
                      </a:lnTo>
                      <a:cubicBezTo>
                        <a:pt x="1771" y="26531"/>
                        <a:pt x="29664" y="0"/>
                        <a:pt x="635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4391090" y="4527232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플랫폼 이해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162675" y="3200400"/>
              <a:ext cx="1066800" cy="1504548"/>
              <a:chOff x="6162675" y="3200400"/>
              <a:chExt cx="1066800" cy="1504548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6162675" y="3200400"/>
                <a:ext cx="1066800" cy="10668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548442" y="3467105"/>
                <a:ext cx="280979" cy="266690"/>
                <a:chOff x="6548442" y="3467105"/>
                <a:chExt cx="280979" cy="26669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738938" y="3638555"/>
                  <a:ext cx="90483" cy="95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3" h="95240">
                      <a:moveTo>
                        <a:pt x="14288" y="61908"/>
                      </a:moveTo>
                      <a:cubicBezTo>
                        <a:pt x="6397" y="61908"/>
                        <a:pt x="0" y="55511"/>
                        <a:pt x="0" y="47620"/>
                      </a:cubicBezTo>
                      <a:cubicBezTo>
                        <a:pt x="0" y="39729"/>
                        <a:pt x="6397" y="33333"/>
                        <a:pt x="14288" y="33333"/>
                      </a:cubicBezTo>
                      <a:cubicBezTo>
                        <a:pt x="22178" y="33333"/>
                        <a:pt x="28575" y="26936"/>
                        <a:pt x="28575" y="19045"/>
                      </a:cubicBezTo>
                      <a:cubicBezTo>
                        <a:pt x="28575" y="0"/>
                        <a:pt x="57150" y="0"/>
                        <a:pt x="57150" y="19045"/>
                      </a:cubicBezTo>
                      <a:cubicBezTo>
                        <a:pt x="57150" y="26936"/>
                        <a:pt x="63547" y="33333"/>
                        <a:pt x="71438" y="33333"/>
                      </a:cubicBezTo>
                      <a:cubicBezTo>
                        <a:pt x="90483" y="33333"/>
                        <a:pt x="90483" y="61908"/>
                        <a:pt x="71438" y="61908"/>
                      </a:cubicBezTo>
                      <a:cubicBezTo>
                        <a:pt x="63547" y="61908"/>
                        <a:pt x="57150" y="68304"/>
                        <a:pt x="57150" y="76195"/>
                      </a:cubicBezTo>
                      <a:cubicBezTo>
                        <a:pt x="57150" y="95240"/>
                        <a:pt x="28575" y="95240"/>
                        <a:pt x="28575" y="76195"/>
                      </a:cubicBezTo>
                      <a:cubicBezTo>
                        <a:pt x="28575" y="68304"/>
                        <a:pt x="22178" y="61908"/>
                        <a:pt x="14288" y="6190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48442" y="3495680"/>
                  <a:ext cx="209540" cy="204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40" h="204783">
                      <a:moveTo>
                        <a:pt x="19045" y="90483"/>
                      </a:moveTo>
                      <a:cubicBezTo>
                        <a:pt x="58499" y="90483"/>
                        <a:pt x="90483" y="58499"/>
                        <a:pt x="90483" y="19045"/>
                      </a:cubicBezTo>
                      <a:cubicBezTo>
                        <a:pt x="90483" y="0"/>
                        <a:pt x="119058" y="0"/>
                        <a:pt x="119058" y="19045"/>
                      </a:cubicBezTo>
                      <a:cubicBezTo>
                        <a:pt x="119058" y="58499"/>
                        <a:pt x="151041" y="90483"/>
                        <a:pt x="190495" y="90483"/>
                      </a:cubicBezTo>
                      <a:cubicBezTo>
                        <a:pt x="209540" y="90483"/>
                        <a:pt x="209540" y="119058"/>
                        <a:pt x="190495" y="119058"/>
                      </a:cubicBezTo>
                      <a:cubicBezTo>
                        <a:pt x="151041" y="119058"/>
                        <a:pt x="119058" y="151041"/>
                        <a:pt x="119058" y="190495"/>
                      </a:cubicBezTo>
                      <a:cubicBezTo>
                        <a:pt x="119058" y="198386"/>
                        <a:pt x="112661" y="204783"/>
                        <a:pt x="104770" y="204783"/>
                      </a:cubicBezTo>
                      <a:cubicBezTo>
                        <a:pt x="96879" y="204783"/>
                        <a:pt x="90483" y="198386"/>
                        <a:pt x="90483" y="190495"/>
                      </a:cubicBezTo>
                      <a:cubicBezTo>
                        <a:pt x="90483" y="151041"/>
                        <a:pt x="58499" y="119058"/>
                        <a:pt x="19045" y="119058"/>
                      </a:cubicBezTo>
                      <a:cubicBezTo>
                        <a:pt x="0" y="119058"/>
                        <a:pt x="0" y="90483"/>
                        <a:pt x="19045" y="90483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738938" y="3467105"/>
                  <a:ext cx="90483" cy="95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3" h="95240">
                      <a:moveTo>
                        <a:pt x="14288" y="61908"/>
                      </a:moveTo>
                      <a:cubicBezTo>
                        <a:pt x="6397" y="61908"/>
                        <a:pt x="0" y="55511"/>
                        <a:pt x="0" y="47620"/>
                      </a:cubicBezTo>
                      <a:cubicBezTo>
                        <a:pt x="0" y="39729"/>
                        <a:pt x="6397" y="33333"/>
                        <a:pt x="14288" y="33333"/>
                      </a:cubicBezTo>
                      <a:cubicBezTo>
                        <a:pt x="22178" y="33333"/>
                        <a:pt x="28575" y="26936"/>
                        <a:pt x="28575" y="19045"/>
                      </a:cubicBezTo>
                      <a:cubicBezTo>
                        <a:pt x="28575" y="0"/>
                        <a:pt x="57150" y="0"/>
                        <a:pt x="57150" y="19045"/>
                      </a:cubicBezTo>
                      <a:cubicBezTo>
                        <a:pt x="57150" y="26936"/>
                        <a:pt x="63547" y="33333"/>
                        <a:pt x="71438" y="33333"/>
                      </a:cubicBezTo>
                      <a:cubicBezTo>
                        <a:pt x="90483" y="33333"/>
                        <a:pt x="90483" y="61908"/>
                        <a:pt x="71438" y="61908"/>
                      </a:cubicBezTo>
                      <a:cubicBezTo>
                        <a:pt x="63547" y="61908"/>
                        <a:pt x="57150" y="68304"/>
                        <a:pt x="57150" y="76195"/>
                      </a:cubicBezTo>
                      <a:cubicBezTo>
                        <a:pt x="57150" y="95240"/>
                        <a:pt x="28575" y="95240"/>
                        <a:pt x="28575" y="76195"/>
                      </a:cubicBezTo>
                      <a:cubicBezTo>
                        <a:pt x="28575" y="68304"/>
                        <a:pt x="22178" y="61908"/>
                        <a:pt x="14288" y="6190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376275" y="4451032"/>
                <a:ext cx="63959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981950" y="3200400"/>
              <a:ext cx="1066800" cy="1504548"/>
              <a:chOff x="7981950" y="3200400"/>
              <a:chExt cx="1066800" cy="1504548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7981950" y="3200400"/>
                <a:ext cx="1066800" cy="10668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6762" y="34718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14312" y="0"/>
                    </a:move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214312"/>
                    </a:lnTo>
                    <a:cubicBezTo>
                      <a:pt x="257175" y="237985"/>
                      <a:pt x="237985" y="257175"/>
                      <a:pt x="214312" y="257175"/>
                    </a:cubicBezTo>
                    <a:lnTo>
                      <a:pt x="42862" y="257175"/>
                    </a:lnTo>
                    <a:cubicBezTo>
                      <a:pt x="19190" y="257175"/>
                      <a:pt x="0" y="237985"/>
                      <a:pt x="0" y="214312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lose/>
                    <a:moveTo>
                      <a:pt x="181551" y="89911"/>
                    </a:moveTo>
                    <a:cubicBezTo>
                      <a:pt x="175972" y="84334"/>
                      <a:pt x="166928" y="84334"/>
                      <a:pt x="161349" y="89911"/>
                    </a:cubicBezTo>
                    <a:lnTo>
                      <a:pt x="128588" y="122658"/>
                    </a:lnTo>
                    <a:lnTo>
                      <a:pt x="110114" y="104199"/>
                    </a:lnTo>
                    <a:cubicBezTo>
                      <a:pt x="104534" y="98621"/>
                      <a:pt x="95491" y="98621"/>
                      <a:pt x="89911" y="104199"/>
                    </a:cubicBezTo>
                    <a:lnTo>
                      <a:pt x="47049" y="147061"/>
                    </a:lnTo>
                    <a:cubicBezTo>
                      <a:pt x="41471" y="152641"/>
                      <a:pt x="41471" y="161684"/>
                      <a:pt x="47049" y="167264"/>
                    </a:cubicBezTo>
                    <a:lnTo>
                      <a:pt x="48392" y="168450"/>
                    </a:lnTo>
                    <a:cubicBezTo>
                      <a:pt x="54079" y="172862"/>
                      <a:pt x="62161" y="172353"/>
                      <a:pt x="67251" y="167264"/>
                    </a:cubicBezTo>
                    <a:lnTo>
                      <a:pt x="100012" y="134517"/>
                    </a:lnTo>
                    <a:lnTo>
                      <a:pt x="118486" y="152976"/>
                    </a:lnTo>
                    <a:lnTo>
                      <a:pt x="119829" y="154162"/>
                    </a:lnTo>
                    <a:cubicBezTo>
                      <a:pt x="125517" y="158574"/>
                      <a:pt x="133599" y="158066"/>
                      <a:pt x="138689" y="152976"/>
                    </a:cubicBezTo>
                    <a:lnTo>
                      <a:pt x="171450" y="120229"/>
                    </a:lnTo>
                    <a:lnTo>
                      <a:pt x="189924" y="138689"/>
                    </a:lnTo>
                    <a:cubicBezTo>
                      <a:pt x="195530" y="144103"/>
                      <a:pt x="204441" y="144026"/>
                      <a:pt x="209952" y="138515"/>
                    </a:cubicBezTo>
                    <a:cubicBezTo>
                      <a:pt x="215463" y="133004"/>
                      <a:pt x="215541" y="124092"/>
                      <a:pt x="210126" y="118486"/>
                    </a:cubicBezTo>
                    <a:lnTo>
                      <a:pt x="181551" y="899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121012" y="44510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운영 관리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3216089" y="5472112"/>
              <a:ext cx="332142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이 다섯 가지를 연결하는 전략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09 / 41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27304" y="6957060"/>
            <a:ext cx="146354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AI 커머스의 등장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" cy="73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394177" y="1066800"/>
            <a:ext cx="2654573" cy="2769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8000" b="1" dirty="0">
                <a:solidFill>
                  <a:srgbClr val="F1E2DB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38200" y="2438400"/>
            <a:ext cx="4351967" cy="2781300"/>
            <a:chOff x="838200" y="2438400"/>
            <a:chExt cx="4351967" cy="2781300"/>
          </a:xfrm>
        </p:grpSpPr>
        <p:sp>
          <p:nvSpPr>
            <p:cNvPr id="4" name="Ellipse 4"/>
            <p:cNvSpPr/>
            <p:nvPr/>
          </p:nvSpPr>
          <p:spPr>
            <a:xfrm>
              <a:off x="838200" y="243840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1050916" y="2649115"/>
              <a:ext cx="417064" cy="416770"/>
            </a:xfrm>
            <a:custGeom>
              <a:avLst/>
              <a:gdLst/>
              <a:ahLst/>
              <a:cxnLst/>
              <a:rect l="l" t="t" r="r" b="b"/>
              <a:pathLst>
                <a:path w="417064" h="416770">
                  <a:moveTo>
                    <a:pt x="350847" y="22647"/>
                  </a:moveTo>
                  <a:cubicBezTo>
                    <a:pt x="381036" y="22602"/>
                    <a:pt x="406857" y="44338"/>
                    <a:pt x="411961" y="74093"/>
                  </a:cubicBezTo>
                  <a:cubicBezTo>
                    <a:pt x="417064" y="103848"/>
                    <a:pt x="399963" y="132946"/>
                    <a:pt x="371484" y="142964"/>
                  </a:cubicBezTo>
                  <a:lnTo>
                    <a:pt x="371484" y="229023"/>
                  </a:lnTo>
                  <a:cubicBezTo>
                    <a:pt x="371484" y="297409"/>
                    <a:pt x="316046" y="352848"/>
                    <a:pt x="247659" y="352848"/>
                  </a:cubicBezTo>
                  <a:lnTo>
                    <a:pt x="235586" y="352848"/>
                  </a:lnTo>
                  <a:lnTo>
                    <a:pt x="262250" y="379532"/>
                  </a:lnTo>
                  <a:cubicBezTo>
                    <a:pt x="269602" y="386885"/>
                    <a:pt x="270336" y="398558"/>
                    <a:pt x="263963" y="406774"/>
                  </a:cubicBezTo>
                  <a:lnTo>
                    <a:pt x="262250" y="408714"/>
                  </a:lnTo>
                  <a:cubicBezTo>
                    <a:pt x="254191" y="416770"/>
                    <a:pt x="241127" y="416770"/>
                    <a:pt x="233068" y="408714"/>
                  </a:cubicBezTo>
                  <a:lnTo>
                    <a:pt x="172002" y="347647"/>
                  </a:lnTo>
                  <a:cubicBezTo>
                    <a:pt x="169938" y="345798"/>
                    <a:pt x="168268" y="343552"/>
                    <a:pt x="167090" y="341043"/>
                  </a:cubicBezTo>
                  <a:lnTo>
                    <a:pt x="166306" y="339165"/>
                  </a:lnTo>
                  <a:lnTo>
                    <a:pt x="165728" y="337225"/>
                  </a:lnTo>
                  <a:cubicBezTo>
                    <a:pt x="164095" y="330993"/>
                    <a:pt x="165528" y="324356"/>
                    <a:pt x="169587" y="319353"/>
                  </a:cubicBezTo>
                  <a:lnTo>
                    <a:pt x="171156" y="317619"/>
                  </a:lnTo>
                  <a:lnTo>
                    <a:pt x="233068" y="255707"/>
                  </a:lnTo>
                  <a:cubicBezTo>
                    <a:pt x="241166" y="247886"/>
                    <a:pt x="254038" y="247998"/>
                    <a:pt x="261999" y="255958"/>
                  </a:cubicBezTo>
                  <a:cubicBezTo>
                    <a:pt x="269959" y="263919"/>
                    <a:pt x="270071" y="276791"/>
                    <a:pt x="262250" y="284888"/>
                  </a:cubicBezTo>
                  <a:lnTo>
                    <a:pt x="235566" y="311573"/>
                  </a:lnTo>
                  <a:lnTo>
                    <a:pt x="247659" y="311573"/>
                  </a:lnTo>
                  <a:cubicBezTo>
                    <a:pt x="291646" y="311573"/>
                    <a:pt x="327907" y="277082"/>
                    <a:pt x="330106" y="233150"/>
                  </a:cubicBezTo>
                  <a:lnTo>
                    <a:pt x="330209" y="229023"/>
                  </a:lnTo>
                  <a:lnTo>
                    <a:pt x="330209" y="142943"/>
                  </a:lnTo>
                  <a:cubicBezTo>
                    <a:pt x="305468" y="134196"/>
                    <a:pt x="288929" y="110802"/>
                    <a:pt x="288934" y="84560"/>
                  </a:cubicBezTo>
                  <a:lnTo>
                    <a:pt x="289037" y="80928"/>
                  </a:lnTo>
                  <a:cubicBezTo>
                    <a:pt x="290961" y="48200"/>
                    <a:pt x="318063" y="22645"/>
                    <a:pt x="350847" y="22647"/>
                  </a:cubicBezTo>
                  <a:moveTo>
                    <a:pt x="179700" y="8057"/>
                  </a:moveTo>
                  <a:lnTo>
                    <a:pt x="241612" y="69969"/>
                  </a:lnTo>
                  <a:cubicBezTo>
                    <a:pt x="246816" y="75053"/>
                    <a:pt x="248888" y="82539"/>
                    <a:pt x="247040" y="89575"/>
                  </a:cubicBezTo>
                  <a:lnTo>
                    <a:pt x="246834" y="90215"/>
                  </a:lnTo>
                  <a:lnTo>
                    <a:pt x="246772" y="90586"/>
                  </a:lnTo>
                  <a:lnTo>
                    <a:pt x="246607" y="90957"/>
                  </a:lnTo>
                  <a:lnTo>
                    <a:pt x="246462" y="91515"/>
                  </a:lnTo>
                  <a:lnTo>
                    <a:pt x="246132" y="92237"/>
                  </a:lnTo>
                  <a:lnTo>
                    <a:pt x="245926" y="92897"/>
                  </a:lnTo>
                  <a:lnTo>
                    <a:pt x="245781" y="93104"/>
                  </a:lnTo>
                  <a:lnTo>
                    <a:pt x="245678" y="93393"/>
                  </a:lnTo>
                  <a:cubicBezTo>
                    <a:pt x="244528" y="95861"/>
                    <a:pt x="242901" y="98078"/>
                    <a:pt x="240890" y="99914"/>
                  </a:cubicBezTo>
                  <a:lnTo>
                    <a:pt x="179700" y="161063"/>
                  </a:lnTo>
                  <a:cubicBezTo>
                    <a:pt x="172347" y="168415"/>
                    <a:pt x="160674" y="169149"/>
                    <a:pt x="152458" y="162776"/>
                  </a:cubicBezTo>
                  <a:lnTo>
                    <a:pt x="150518" y="161063"/>
                  </a:lnTo>
                  <a:cubicBezTo>
                    <a:pt x="142462" y="153004"/>
                    <a:pt x="142462" y="139941"/>
                    <a:pt x="150518" y="131882"/>
                  </a:cubicBezTo>
                  <a:lnTo>
                    <a:pt x="177161" y="105197"/>
                  </a:lnTo>
                  <a:lnTo>
                    <a:pt x="165109" y="105197"/>
                  </a:lnTo>
                  <a:cubicBezTo>
                    <a:pt x="121122" y="105197"/>
                    <a:pt x="84861" y="139688"/>
                    <a:pt x="82662" y="183620"/>
                  </a:cubicBezTo>
                  <a:lnTo>
                    <a:pt x="82559" y="187748"/>
                  </a:lnTo>
                  <a:lnTo>
                    <a:pt x="82559" y="273827"/>
                  </a:lnTo>
                  <a:cubicBezTo>
                    <a:pt x="112264" y="284313"/>
                    <a:pt x="129365" y="315428"/>
                    <a:pt x="122296" y="346126"/>
                  </a:cubicBezTo>
                  <a:cubicBezTo>
                    <a:pt x="115226" y="376824"/>
                    <a:pt x="86239" y="397325"/>
                    <a:pt x="54939" y="393764"/>
                  </a:cubicBezTo>
                  <a:cubicBezTo>
                    <a:pt x="23640" y="390202"/>
                    <a:pt x="0" y="363712"/>
                    <a:pt x="9" y="332210"/>
                  </a:cubicBezTo>
                  <a:lnTo>
                    <a:pt x="112" y="328578"/>
                  </a:lnTo>
                  <a:cubicBezTo>
                    <a:pt x="1561" y="303698"/>
                    <a:pt x="17787" y="282113"/>
                    <a:pt x="41284" y="273806"/>
                  </a:cubicBezTo>
                  <a:lnTo>
                    <a:pt x="41284" y="187748"/>
                  </a:lnTo>
                  <a:cubicBezTo>
                    <a:pt x="41284" y="119361"/>
                    <a:pt x="96722" y="63922"/>
                    <a:pt x="165109" y="63922"/>
                  </a:cubicBezTo>
                  <a:lnTo>
                    <a:pt x="177182" y="63922"/>
                  </a:lnTo>
                  <a:lnTo>
                    <a:pt x="150518" y="37238"/>
                  </a:lnTo>
                  <a:cubicBezTo>
                    <a:pt x="143167" y="29885"/>
                    <a:pt x="142433" y="18212"/>
                    <a:pt x="148805" y="9996"/>
                  </a:cubicBezTo>
                  <a:lnTo>
                    <a:pt x="150518" y="8057"/>
                  </a:lnTo>
                  <a:cubicBezTo>
                    <a:pt x="158577" y="0"/>
                    <a:pt x="171641" y="0"/>
                    <a:pt x="179700" y="805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7250" y="3623310"/>
              <a:ext cx="433291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7250" y="4309110"/>
              <a:ext cx="41004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5350" y="5105400"/>
              <a:ext cx="14287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10 / 41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1250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 글로벌 AI 커머스로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24127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기존 글로벌 이커머스의 특징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1943100"/>
            <a:ext cx="8686800" cy="3854589"/>
            <a:chOff x="533400" y="1943100"/>
            <a:chExt cx="8686800" cy="3854589"/>
          </a:xfrm>
        </p:grpSpPr>
        <p:sp>
          <p:nvSpPr>
            <p:cNvPr id="8" name="Rectangle 8"/>
            <p:cNvSpPr/>
            <p:nvPr/>
          </p:nvSpPr>
          <p:spPr>
            <a:xfrm>
              <a:off x="533400" y="1943100"/>
              <a:ext cx="86868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7156" y="2120265"/>
              <a:ext cx="3975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38856" y="2120265"/>
              <a:ext cx="1917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기존 글로벌 이커머스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33400" y="2777490"/>
              <a:ext cx="8686800" cy="432435"/>
              <a:chOff x="533400" y="2777490"/>
              <a:chExt cx="8686800" cy="43243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867156" y="2777490"/>
                <a:ext cx="8592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핵심 활동</a:t>
                </a: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2757488" y="2803525"/>
                <a:ext cx="200183" cy="224677"/>
              </a:xfrm>
              <a:custGeom>
                <a:avLst/>
                <a:gdLst/>
                <a:ahLst/>
                <a:cxnLst/>
                <a:rect l="l" t="t" r="r" b="b"/>
                <a:pathLst>
                  <a:path w="200183" h="224677">
                    <a:moveTo>
                      <a:pt x="33338" y="0"/>
                    </a:moveTo>
                    <a:cubicBezTo>
                      <a:pt x="38971" y="1"/>
                      <a:pt x="43713" y="4217"/>
                      <a:pt x="44372" y="9812"/>
                    </a:cubicBezTo>
                    <a:lnTo>
                      <a:pt x="44450" y="11113"/>
                    </a:lnTo>
                    <a:lnTo>
                      <a:pt x="44450" y="22981"/>
                    </a:lnTo>
                    <a:lnTo>
                      <a:pt x="189702" y="33371"/>
                    </a:lnTo>
                    <a:cubicBezTo>
                      <a:pt x="195633" y="33791"/>
                      <a:pt x="200183" y="38806"/>
                      <a:pt x="200026" y="44750"/>
                    </a:cubicBezTo>
                    <a:lnTo>
                      <a:pt x="199914" y="46017"/>
                    </a:lnTo>
                    <a:lnTo>
                      <a:pt x="188802" y="123805"/>
                    </a:lnTo>
                    <a:cubicBezTo>
                      <a:pt x="188090" y="128815"/>
                      <a:pt x="184084" y="132712"/>
                      <a:pt x="179056" y="133284"/>
                    </a:cubicBezTo>
                    <a:lnTo>
                      <a:pt x="177801" y="133350"/>
                    </a:lnTo>
                    <a:lnTo>
                      <a:pt x="44450" y="133350"/>
                    </a:lnTo>
                    <a:lnTo>
                      <a:pt x="44450" y="155575"/>
                    </a:lnTo>
                    <a:lnTo>
                      <a:pt x="155575" y="155575"/>
                    </a:lnTo>
                    <a:cubicBezTo>
                      <a:pt x="173733" y="155576"/>
                      <a:pt x="188550" y="170108"/>
                      <a:pt x="188905" y="188262"/>
                    </a:cubicBezTo>
                    <a:cubicBezTo>
                      <a:pt x="189259" y="206416"/>
                      <a:pt x="175021" y="221515"/>
                      <a:pt x="156877" y="222225"/>
                    </a:cubicBezTo>
                    <a:cubicBezTo>
                      <a:pt x="138734" y="222935"/>
                      <a:pt x="123359" y="208995"/>
                      <a:pt x="122293" y="190869"/>
                    </a:cubicBezTo>
                    <a:lnTo>
                      <a:pt x="122238" y="188913"/>
                    </a:lnTo>
                    <a:lnTo>
                      <a:pt x="122293" y="186957"/>
                    </a:lnTo>
                    <a:cubicBezTo>
                      <a:pt x="122482" y="183757"/>
                      <a:pt x="123116" y="180690"/>
                      <a:pt x="124138" y="177801"/>
                    </a:cubicBezTo>
                    <a:lnTo>
                      <a:pt x="64775" y="177801"/>
                    </a:lnTo>
                    <a:cubicBezTo>
                      <a:pt x="69106" y="190086"/>
                      <a:pt x="65885" y="203769"/>
                      <a:pt x="56527" y="212832"/>
                    </a:cubicBezTo>
                    <a:cubicBezTo>
                      <a:pt x="47170" y="221895"/>
                      <a:pt x="33391" y="224677"/>
                      <a:pt x="21250" y="219955"/>
                    </a:cubicBezTo>
                    <a:cubicBezTo>
                      <a:pt x="9109" y="215234"/>
                      <a:pt x="831" y="203873"/>
                      <a:pt x="56" y="190869"/>
                    </a:cubicBezTo>
                    <a:lnTo>
                      <a:pt x="0" y="188913"/>
                    </a:lnTo>
                    <a:lnTo>
                      <a:pt x="56" y="186957"/>
                    </a:lnTo>
                    <a:cubicBezTo>
                      <a:pt x="842" y="173563"/>
                      <a:pt x="9577" y="161942"/>
                      <a:pt x="22225" y="157465"/>
                    </a:cubicBezTo>
                    <a:lnTo>
                      <a:pt x="22225" y="22225"/>
                    </a:lnTo>
                    <a:lnTo>
                      <a:pt x="11113" y="22225"/>
                    </a:lnTo>
                    <a:cubicBezTo>
                      <a:pt x="5479" y="22224"/>
                      <a:pt x="737" y="18008"/>
                      <a:pt x="78" y="12413"/>
                    </a:cubicBezTo>
                    <a:lnTo>
                      <a:pt x="0" y="11113"/>
                    </a:ln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33338" y="0"/>
                    </a:lnTo>
                    <a:close/>
                    <a:moveTo>
                      <a:pt x="33338" y="177801"/>
                    </a:moveTo>
                    <a:cubicBezTo>
                      <a:pt x="27200" y="177801"/>
                      <a:pt x="22225" y="182776"/>
                      <a:pt x="22225" y="188913"/>
                    </a:cubicBezTo>
                    <a:cubicBezTo>
                      <a:pt x="22225" y="195050"/>
                      <a:pt x="27200" y="200026"/>
                      <a:pt x="33338" y="200026"/>
                    </a:cubicBezTo>
                    <a:cubicBezTo>
                      <a:pt x="39475" y="200026"/>
                      <a:pt x="44450" y="195050"/>
                      <a:pt x="44450" y="188913"/>
                    </a:cubicBezTo>
                    <a:cubicBezTo>
                      <a:pt x="44450" y="182776"/>
                      <a:pt x="39475" y="177801"/>
                      <a:pt x="33338" y="177801"/>
                    </a:cubicBezTo>
                    <a:moveTo>
                      <a:pt x="155575" y="177801"/>
                    </a:moveTo>
                    <a:cubicBezTo>
                      <a:pt x="149438" y="177801"/>
                      <a:pt x="144463" y="182776"/>
                      <a:pt x="144463" y="188913"/>
                    </a:cubicBezTo>
                    <a:cubicBezTo>
                      <a:pt x="144463" y="195050"/>
                      <a:pt x="149438" y="200026"/>
                      <a:pt x="155575" y="200026"/>
                    </a:cubicBezTo>
                    <a:cubicBezTo>
                      <a:pt x="161713" y="200026"/>
                      <a:pt x="166688" y="195050"/>
                      <a:pt x="166688" y="188913"/>
                    </a:cubicBezTo>
                    <a:cubicBezTo>
                      <a:pt x="166688" y="182776"/>
                      <a:pt x="161713" y="177801"/>
                      <a:pt x="155575" y="177801"/>
                    </a:cubicBezTo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76956" y="2777490"/>
                <a:ext cx="35057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해외 플랫폼 입점, 상품 등록, 배송, 결제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533400" y="3200400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533400" y="3463290"/>
              <a:ext cx="8686800" cy="432435"/>
              <a:chOff x="533400" y="3463290"/>
              <a:chExt cx="8686800" cy="43243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67156" y="3463290"/>
                <a:ext cx="8592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판매 방식</a:t>
                </a: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737524" y="3478894"/>
                <a:ext cx="232057" cy="233637"/>
              </a:xfrm>
              <a:custGeom>
                <a:avLst/>
                <a:gdLst/>
                <a:ahLst/>
                <a:cxnLst/>
                <a:rect l="l" t="t" r="r" b="b"/>
                <a:pathLst>
                  <a:path w="232057" h="233637">
                    <a:moveTo>
                      <a:pt x="142202" y="22344"/>
                    </a:moveTo>
                    <a:cubicBezTo>
                      <a:pt x="164450" y="35186"/>
                      <a:pt x="180055" y="57025"/>
                      <a:pt x="184997" y="82234"/>
                    </a:cubicBezTo>
                    <a:cubicBezTo>
                      <a:pt x="189939" y="107443"/>
                      <a:pt x="183735" y="133557"/>
                      <a:pt x="167983" y="153849"/>
                    </a:cubicBezTo>
                    <a:lnTo>
                      <a:pt x="227846" y="213713"/>
                    </a:lnTo>
                    <a:cubicBezTo>
                      <a:pt x="232057" y="218073"/>
                      <a:pt x="231997" y="225004"/>
                      <a:pt x="227711" y="229290"/>
                    </a:cubicBezTo>
                    <a:cubicBezTo>
                      <a:pt x="223424" y="233577"/>
                      <a:pt x="216493" y="233637"/>
                      <a:pt x="212133" y="229426"/>
                    </a:cubicBezTo>
                    <a:lnTo>
                      <a:pt x="152259" y="169563"/>
                    </a:lnTo>
                    <a:cubicBezTo>
                      <a:pt x="116965" y="196949"/>
                      <a:pt x="66829" y="193890"/>
                      <a:pt x="35126" y="162417"/>
                    </a:cubicBezTo>
                    <a:cubicBezTo>
                      <a:pt x="3423" y="130944"/>
                      <a:pt x="0" y="80832"/>
                      <a:pt x="27129" y="45340"/>
                    </a:cubicBezTo>
                    <a:cubicBezTo>
                      <a:pt x="54258" y="9848"/>
                      <a:pt x="103512" y="0"/>
                      <a:pt x="142202" y="22333"/>
                    </a:cubicBezTo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076956" y="3463290"/>
                <a:ext cx="13176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검색 기반 판매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533400" y="3886200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33400" y="4149090"/>
              <a:ext cx="8686800" cy="432435"/>
              <a:chOff x="533400" y="4149090"/>
              <a:chExt cx="8686800" cy="432435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867156" y="4149090"/>
                <a:ext cx="8592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 접점</a:t>
                </a: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2768599" y="4175125"/>
                <a:ext cx="177802" cy="222252"/>
                <a:chOff x="2768599" y="4175125"/>
                <a:chExt cx="177802" cy="222252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2768599" y="4175125"/>
                  <a:ext cx="177802" cy="222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2" h="222252">
                      <a:moveTo>
                        <a:pt x="88901" y="0"/>
                      </a:moveTo>
                      <a:lnTo>
                        <a:pt x="90201" y="78"/>
                      </a:lnTo>
                      <a:cubicBezTo>
                        <a:pt x="95308" y="680"/>
                        <a:pt x="99334" y="4706"/>
                        <a:pt x="99936" y="9812"/>
                      </a:cubicBezTo>
                      <a:lnTo>
                        <a:pt x="100014" y="11113"/>
                      </a:lnTo>
                      <a:lnTo>
                        <a:pt x="100014" y="55563"/>
                      </a:lnTo>
                      <a:lnTo>
                        <a:pt x="100069" y="57230"/>
                      </a:lnTo>
                      <a:cubicBezTo>
                        <a:pt x="100891" y="68163"/>
                        <a:pt x="109563" y="76864"/>
                        <a:pt x="120494" y="77721"/>
                      </a:cubicBezTo>
                      <a:lnTo>
                        <a:pt x="122239" y="77788"/>
                      </a:lnTo>
                      <a:lnTo>
                        <a:pt x="166689" y="77788"/>
                      </a:lnTo>
                      <a:lnTo>
                        <a:pt x="167989" y="77866"/>
                      </a:lnTo>
                      <a:cubicBezTo>
                        <a:pt x="173095" y="78468"/>
                        <a:pt x="177122" y="82494"/>
                        <a:pt x="177724" y="87600"/>
                      </a:cubicBezTo>
                      <a:lnTo>
                        <a:pt x="177801" y="88900"/>
                      </a:lnTo>
                      <a:lnTo>
                        <a:pt x="177801" y="188913"/>
                      </a:lnTo>
                      <a:cubicBezTo>
                        <a:pt x="177802" y="206566"/>
                        <a:pt x="164042" y="221159"/>
                        <a:pt x="146420" y="222195"/>
                      </a:cubicBezTo>
                      <a:lnTo>
                        <a:pt x="144464" y="222251"/>
                      </a:lnTo>
                      <a:lnTo>
                        <a:pt x="33339" y="222251"/>
                      </a:lnTo>
                      <a:cubicBezTo>
                        <a:pt x="15686" y="222252"/>
                        <a:pt x="1092" y="208491"/>
                        <a:pt x="57" y="190869"/>
                      </a:cubicBezTo>
                      <a:lnTo>
                        <a:pt x="1" y="188913"/>
                      </a:lnTo>
                      <a:lnTo>
                        <a:pt x="1" y="33338"/>
                      </a:lnTo>
                      <a:cubicBezTo>
                        <a:pt x="0" y="15685"/>
                        <a:pt x="13760" y="1091"/>
                        <a:pt x="31383" y="56"/>
                      </a:cubicBezTo>
                      <a:lnTo>
                        <a:pt x="33339" y="0"/>
                      </a:lnTo>
                      <a:close/>
                      <a:moveTo>
                        <a:pt x="122239" y="155575"/>
                      </a:moveTo>
                      <a:lnTo>
                        <a:pt x="55564" y="155575"/>
                      </a:lnTo>
                      <a:cubicBezTo>
                        <a:pt x="49426" y="155575"/>
                        <a:pt x="44451" y="160551"/>
                        <a:pt x="44451" y="166688"/>
                      </a:cubicBezTo>
                      <a:cubicBezTo>
                        <a:pt x="44451" y="172825"/>
                        <a:pt x="49426" y="177801"/>
                        <a:pt x="55564" y="177801"/>
                      </a:cubicBezTo>
                      <a:lnTo>
                        <a:pt x="122239" y="177801"/>
                      </a:lnTo>
                      <a:cubicBezTo>
                        <a:pt x="128376" y="177801"/>
                        <a:pt x="133351" y="172825"/>
                        <a:pt x="133351" y="166688"/>
                      </a:cubicBezTo>
                      <a:cubicBezTo>
                        <a:pt x="133351" y="160551"/>
                        <a:pt x="128376" y="155575"/>
                        <a:pt x="122239" y="155575"/>
                      </a:cubicBezTo>
                      <a:moveTo>
                        <a:pt x="122239" y="111125"/>
                      </a:moveTo>
                      <a:lnTo>
                        <a:pt x="55564" y="111125"/>
                      </a:lnTo>
                      <a:cubicBezTo>
                        <a:pt x="49426" y="111125"/>
                        <a:pt x="44451" y="116101"/>
                        <a:pt x="44451" y="122238"/>
                      </a:cubicBezTo>
                      <a:cubicBezTo>
                        <a:pt x="44451" y="128375"/>
                        <a:pt x="49426" y="133350"/>
                        <a:pt x="55564" y="133350"/>
                      </a:cubicBezTo>
                      <a:lnTo>
                        <a:pt x="122239" y="133350"/>
                      </a:lnTo>
                      <a:cubicBezTo>
                        <a:pt x="128376" y="133350"/>
                        <a:pt x="133351" y="128375"/>
                        <a:pt x="133351" y="122238"/>
                      </a:cubicBezTo>
                      <a:cubicBezTo>
                        <a:pt x="133351" y="116101"/>
                        <a:pt x="128376" y="111125"/>
                        <a:pt x="122239" y="111125"/>
                      </a:cubicBezTo>
                      <a:moveTo>
                        <a:pt x="66676" y="66675"/>
                      </a:moveTo>
                      <a:lnTo>
                        <a:pt x="55564" y="66675"/>
                      </a:lnTo>
                      <a:cubicBezTo>
                        <a:pt x="49426" y="66675"/>
                        <a:pt x="44451" y="71650"/>
                        <a:pt x="44451" y="77788"/>
                      </a:cubicBezTo>
                      <a:cubicBezTo>
                        <a:pt x="44451" y="83925"/>
                        <a:pt x="49426" y="88900"/>
                        <a:pt x="55564" y="88900"/>
                      </a:cubicBezTo>
                      <a:lnTo>
                        <a:pt x="66676" y="88900"/>
                      </a:lnTo>
                      <a:cubicBezTo>
                        <a:pt x="72813" y="88900"/>
                        <a:pt x="77789" y="83925"/>
                        <a:pt x="77789" y="77788"/>
                      </a:cubicBezTo>
                      <a:cubicBezTo>
                        <a:pt x="77789" y="71650"/>
                        <a:pt x="72813" y="66675"/>
                        <a:pt x="66676" y="66675"/>
                      </a:cubicBezTo>
                    </a:path>
                  </a:pathLst>
                </a:custGeom>
                <a:solidFill>
                  <a:srgbClr val="5C564A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890827" y="4186226"/>
                  <a:ext cx="44461" cy="4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61" h="44461">
                      <a:moveTo>
                        <a:pt x="44461" y="44461"/>
                      </a:moveTo>
                      <a:lnTo>
                        <a:pt x="11" y="444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564A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3076956" y="4149090"/>
                <a:ext cx="201337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상품페이지, 리뷰, 광고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33400" y="4572000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533400" y="4834890"/>
              <a:ext cx="8686800" cy="432435"/>
              <a:chOff x="533400" y="4834890"/>
              <a:chExt cx="8686800" cy="43243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67156" y="4834890"/>
                <a:ext cx="8592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주요 역량</a:t>
                </a:r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2746375" y="4883150"/>
                <a:ext cx="222251" cy="177796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177796">
                    <a:moveTo>
                      <a:pt x="122238" y="0"/>
                    </a:moveTo>
                    <a:cubicBezTo>
                      <a:pt x="128375" y="0"/>
                      <a:pt x="133350" y="4975"/>
                      <a:pt x="133350" y="11113"/>
                    </a:cubicBezTo>
                    <a:lnTo>
                      <a:pt x="177801" y="11113"/>
                    </a:lnTo>
                    <a:cubicBezTo>
                      <a:pt x="181190" y="11113"/>
                      <a:pt x="184394" y="12659"/>
                      <a:pt x="186502" y="15313"/>
                    </a:cubicBezTo>
                    <a:lnTo>
                      <a:pt x="187324" y="16513"/>
                    </a:lnTo>
                    <a:lnTo>
                      <a:pt x="220662" y="72076"/>
                    </a:lnTo>
                    <a:lnTo>
                      <a:pt x="221273" y="73220"/>
                    </a:lnTo>
                    <a:lnTo>
                      <a:pt x="221717" y="74410"/>
                    </a:lnTo>
                    <a:lnTo>
                      <a:pt x="222039" y="75621"/>
                    </a:lnTo>
                    <a:lnTo>
                      <a:pt x="222217" y="76843"/>
                    </a:lnTo>
                    <a:lnTo>
                      <a:pt x="222251" y="77788"/>
                    </a:lnTo>
                    <a:lnTo>
                      <a:pt x="222251" y="144463"/>
                    </a:lnTo>
                    <a:cubicBezTo>
                      <a:pt x="222251" y="150600"/>
                      <a:pt x="217275" y="155575"/>
                      <a:pt x="211138" y="155575"/>
                    </a:cubicBezTo>
                    <a:lnTo>
                      <a:pt x="198125" y="155575"/>
                    </a:lnTo>
                    <a:cubicBezTo>
                      <a:pt x="193411" y="168894"/>
                      <a:pt x="180816" y="177796"/>
                      <a:pt x="166688" y="177796"/>
                    </a:cubicBezTo>
                    <a:cubicBezTo>
                      <a:pt x="152560" y="177796"/>
                      <a:pt x="139965" y="168894"/>
                      <a:pt x="135251" y="155575"/>
                    </a:cubicBezTo>
                    <a:lnTo>
                      <a:pt x="87000" y="155575"/>
                    </a:lnTo>
                    <a:cubicBezTo>
                      <a:pt x="82286" y="168894"/>
                      <a:pt x="69691" y="177796"/>
                      <a:pt x="55563" y="177796"/>
                    </a:cubicBezTo>
                    <a:cubicBezTo>
                      <a:pt x="41435" y="177796"/>
                      <a:pt x="28840" y="168894"/>
                      <a:pt x="24125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  <a:moveTo>
                      <a:pt x="55563" y="133350"/>
                    </a:moveTo>
                    <a:cubicBezTo>
                      <a:pt x="49425" y="133350"/>
                      <a:pt x="44450" y="138326"/>
                      <a:pt x="44450" y="144463"/>
                    </a:cubicBezTo>
                    <a:cubicBezTo>
                      <a:pt x="44450" y="150600"/>
                      <a:pt x="49425" y="155575"/>
                      <a:pt x="55563" y="155575"/>
                    </a:cubicBezTo>
                    <a:cubicBezTo>
                      <a:pt x="61700" y="155575"/>
                      <a:pt x="66675" y="150600"/>
                      <a:pt x="66675" y="144463"/>
                    </a:cubicBezTo>
                    <a:cubicBezTo>
                      <a:pt x="66675" y="138326"/>
                      <a:pt x="61700" y="133350"/>
                      <a:pt x="55563" y="133350"/>
                    </a:cubicBezTo>
                    <a:moveTo>
                      <a:pt x="166688" y="133350"/>
                    </a:moveTo>
                    <a:cubicBezTo>
                      <a:pt x="160551" y="133350"/>
                      <a:pt x="155575" y="138326"/>
                      <a:pt x="155575" y="144463"/>
                    </a:cubicBezTo>
                    <a:cubicBezTo>
                      <a:pt x="155575" y="150600"/>
                      <a:pt x="160551" y="155575"/>
                      <a:pt x="166688" y="155575"/>
                    </a:cubicBezTo>
                    <a:cubicBezTo>
                      <a:pt x="172825" y="155575"/>
                      <a:pt x="177801" y="150600"/>
                      <a:pt x="177801" y="144463"/>
                    </a:cubicBezTo>
                    <a:cubicBezTo>
                      <a:pt x="177801" y="138326"/>
                      <a:pt x="172825" y="133350"/>
                      <a:pt x="166688" y="133350"/>
                    </a:cubicBezTo>
                    <a:moveTo>
                      <a:pt x="171511" y="33338"/>
                    </a:moveTo>
                    <a:lnTo>
                      <a:pt x="133350" y="33338"/>
                    </a:lnTo>
                    <a:lnTo>
                      <a:pt x="133350" y="66675"/>
                    </a:lnTo>
                    <a:lnTo>
                      <a:pt x="191513" y="66675"/>
                    </a:lnTo>
                    <a:close/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076956" y="4834890"/>
                <a:ext cx="31322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플랫폼 이해, 가격경쟁력, 물류 처리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533400" y="5257800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867156" y="5520690"/>
              <a:ext cx="6149981" cy="276999"/>
              <a:chOff x="867156" y="5520690"/>
              <a:chExt cx="6149981" cy="276999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867156" y="5520690"/>
                <a:ext cx="10579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판매자 고민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2746375" y="5546725"/>
                <a:ext cx="222299" cy="223307"/>
              </a:xfrm>
              <a:custGeom>
                <a:avLst/>
                <a:gdLst/>
                <a:ahLst/>
                <a:cxnLst/>
                <a:rect l="l" t="t" r="r" b="b"/>
                <a:pathLst>
                  <a:path w="222299" h="223307">
                    <a:moveTo>
                      <a:pt x="111125" y="0"/>
                    </a:moveTo>
                    <a:cubicBezTo>
                      <a:pt x="172500" y="0"/>
                      <a:pt x="222251" y="49751"/>
                      <a:pt x="222251" y="111125"/>
                    </a:cubicBezTo>
                    <a:cubicBezTo>
                      <a:pt x="222299" y="171830"/>
                      <a:pt x="173623" y="221340"/>
                      <a:pt x="112926" y="222324"/>
                    </a:cubicBezTo>
                    <a:cubicBezTo>
                      <a:pt x="52229" y="223307"/>
                      <a:pt x="1974" y="175401"/>
                      <a:pt x="56" y="114726"/>
                    </a:cubicBezTo>
                    <a:lnTo>
                      <a:pt x="0" y="111125"/>
                    </a:lnTo>
                    <a:lnTo>
                      <a:pt x="44" y="108014"/>
                    </a:lnTo>
                    <a:cubicBezTo>
                      <a:pt x="1689" y="48084"/>
                      <a:pt x="50784" y="0"/>
                      <a:pt x="111125" y="0"/>
                    </a:cubicBezTo>
                    <a:close/>
                    <a:moveTo>
                      <a:pt x="111125" y="144463"/>
                    </a:moveTo>
                    <a:cubicBezTo>
                      <a:pt x="105492" y="144464"/>
                      <a:pt x="100750" y="148680"/>
                      <a:pt x="100091" y="154275"/>
                    </a:cubicBezTo>
                    <a:lnTo>
                      <a:pt x="100013" y="155575"/>
                    </a:lnTo>
                    <a:lnTo>
                      <a:pt x="100091" y="156987"/>
                    </a:lnTo>
                    <a:cubicBezTo>
                      <a:pt x="100756" y="162577"/>
                      <a:pt x="105496" y="166787"/>
                      <a:pt x="111125" y="166787"/>
                    </a:cubicBezTo>
                    <a:cubicBezTo>
                      <a:pt x="116755" y="166787"/>
                      <a:pt x="121495" y="162577"/>
                      <a:pt x="122160" y="156987"/>
                    </a:cubicBezTo>
                    <a:lnTo>
                      <a:pt x="122238" y="155687"/>
                    </a:lnTo>
                    <a:lnTo>
                      <a:pt x="122160" y="154275"/>
                    </a:lnTo>
                    <a:cubicBezTo>
                      <a:pt x="121501" y="148680"/>
                      <a:pt x="116759" y="144464"/>
                      <a:pt x="111125" y="144463"/>
                    </a:cubicBezTo>
                    <a:close/>
                    <a:moveTo>
                      <a:pt x="126327" y="70309"/>
                    </a:moveTo>
                    <a:cubicBezTo>
                      <a:pt x="112631" y="63307"/>
                      <a:pt x="95916" y="66658"/>
                      <a:pt x="85978" y="78399"/>
                    </a:cubicBezTo>
                    <a:cubicBezTo>
                      <a:pt x="82157" y="82874"/>
                      <a:pt x="82488" y="89553"/>
                      <a:pt x="86732" y="93629"/>
                    </a:cubicBezTo>
                    <a:cubicBezTo>
                      <a:pt x="90976" y="97705"/>
                      <a:pt x="97662" y="97766"/>
                      <a:pt x="101980" y="93768"/>
                    </a:cubicBezTo>
                    <a:lnTo>
                      <a:pt x="103880" y="91767"/>
                    </a:lnTo>
                    <a:cubicBezTo>
                      <a:pt x="107238" y="88685"/>
                      <a:pt x="112160" y="88020"/>
                      <a:pt x="116215" y="90100"/>
                    </a:cubicBezTo>
                    <a:cubicBezTo>
                      <a:pt x="120598" y="92319"/>
                      <a:pt x="123005" y="97152"/>
                      <a:pt x="122133" y="101987"/>
                    </a:cubicBezTo>
                    <a:cubicBezTo>
                      <a:pt x="121262" y="106822"/>
                      <a:pt x="117319" y="110511"/>
                      <a:pt x="112437" y="111059"/>
                    </a:cubicBezTo>
                    <a:lnTo>
                      <a:pt x="109858" y="111192"/>
                    </a:lnTo>
                    <a:cubicBezTo>
                      <a:pt x="103990" y="111838"/>
                      <a:pt x="99650" y="116960"/>
                      <a:pt x="99978" y="122856"/>
                    </a:cubicBezTo>
                    <a:cubicBezTo>
                      <a:pt x="100307" y="128751"/>
                      <a:pt x="105188" y="133360"/>
                      <a:pt x="111092" y="133350"/>
                    </a:cubicBezTo>
                    <a:cubicBezTo>
                      <a:pt x="126525" y="133397"/>
                      <a:pt x="139972" y="122845"/>
                      <a:pt x="143597" y="107844"/>
                    </a:cubicBezTo>
                    <a:cubicBezTo>
                      <a:pt x="147222" y="92843"/>
                      <a:pt x="140078" y="77315"/>
                      <a:pt x="126327" y="70309"/>
                    </a:cubicBezTo>
                    <a:close/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076956" y="5520690"/>
                <a:ext cx="394018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어디에 입점할 것인가, 어떻게 배송할 것인가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11 / 41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7304" y="6957060"/>
            <a:ext cx="243656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이커머스에서 글로벌 AI 커머스로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1250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 글로벌 AI 커머스로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24127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기존 글로벌 이커머스의 특징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256" y="2034540"/>
            <a:ext cx="4775346" cy="619899"/>
            <a:chOff x="524256" y="2034540"/>
            <a:chExt cx="4775346" cy="619899"/>
          </a:xfrm>
        </p:grpSpPr>
        <p:sp>
          <p:nvSpPr>
            <p:cNvPr id="8" name="TextBox 8"/>
            <p:cNvSpPr txBox="1"/>
            <p:nvPr/>
          </p:nvSpPr>
          <p:spPr>
            <a:xfrm>
              <a:off x="524256" y="2034540"/>
              <a:ext cx="352019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기존에는 "해외 플랫폼에 상품을 올리고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2377440"/>
              <a:ext cx="47753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고객이 검색해서 들어오게 만드는 구조"가 중심이었음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5780" y="3114675"/>
            <a:ext cx="8694420" cy="2562225"/>
            <a:chOff x="525780" y="3114675"/>
            <a:chExt cx="8694420" cy="2562225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3114675"/>
              <a:ext cx="10130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500" b="1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예: Amazon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33400" y="3486150"/>
              <a:ext cx="3905250" cy="2190750"/>
              <a:chOff x="533400" y="3486150"/>
              <a:chExt cx="3905250" cy="2190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3486150"/>
                <a:ext cx="390525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44550" y="3759200"/>
                <a:ext cx="177800" cy="254000"/>
                <a:chOff x="844550" y="3759200"/>
                <a:chExt cx="177800" cy="2540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869950" y="375920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63500" y="0"/>
                      </a:moveTo>
                      <a:cubicBezTo>
                        <a:pt x="98570" y="0"/>
                        <a:pt x="127000" y="28430"/>
                        <a:pt x="127000" y="63500"/>
                      </a:cubicBezTo>
                      <a:cubicBezTo>
                        <a:pt x="127000" y="98570"/>
                        <a:pt x="98570" y="127000"/>
                        <a:pt x="63500" y="127000"/>
                      </a:cubicBezTo>
                      <a:cubicBezTo>
                        <a:pt x="28430" y="127000"/>
                        <a:pt x="0" y="98570"/>
                        <a:pt x="0" y="63500"/>
                      </a:cubicBezTo>
                      <a:lnTo>
                        <a:pt x="63" y="60744"/>
                      </a:lnTo>
                      <a:cubicBezTo>
                        <a:pt x="1539" y="26779"/>
                        <a:pt x="29503" y="2"/>
                        <a:pt x="635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844550" y="3911600"/>
                  <a:ext cx="1778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1600">
                      <a:moveTo>
                        <a:pt x="114300" y="0"/>
                      </a:moveTo>
                      <a:cubicBezTo>
                        <a:pt x="149370" y="0"/>
                        <a:pt x="177800" y="28430"/>
                        <a:pt x="177800" y="63500"/>
                      </a:cubicBezTo>
                      <a:lnTo>
                        <a:pt x="177800" y="76200"/>
                      </a:lnTo>
                      <a:cubicBezTo>
                        <a:pt x="177800" y="90228"/>
                        <a:pt x="166428" y="101600"/>
                        <a:pt x="1524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lnTo>
                        <a:pt x="1143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171956" y="3768090"/>
                <a:ext cx="3975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81050" y="4191000"/>
                <a:ext cx="340995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46824" y="4355194"/>
                <a:ext cx="232057" cy="233637"/>
              </a:xfrm>
              <a:custGeom>
                <a:avLst/>
                <a:gdLst/>
                <a:ahLst/>
                <a:cxnLst/>
                <a:rect l="l" t="t" r="r" b="b"/>
                <a:pathLst>
                  <a:path w="232057" h="233637">
                    <a:moveTo>
                      <a:pt x="142202" y="22344"/>
                    </a:moveTo>
                    <a:cubicBezTo>
                      <a:pt x="164450" y="35186"/>
                      <a:pt x="180055" y="57025"/>
                      <a:pt x="184997" y="82234"/>
                    </a:cubicBezTo>
                    <a:cubicBezTo>
                      <a:pt x="189939" y="107443"/>
                      <a:pt x="183735" y="133557"/>
                      <a:pt x="167983" y="153849"/>
                    </a:cubicBezTo>
                    <a:lnTo>
                      <a:pt x="227846" y="213713"/>
                    </a:lnTo>
                    <a:cubicBezTo>
                      <a:pt x="232057" y="218073"/>
                      <a:pt x="231997" y="225004"/>
                      <a:pt x="227711" y="229290"/>
                    </a:cubicBezTo>
                    <a:cubicBezTo>
                      <a:pt x="223424" y="233577"/>
                      <a:pt x="216493" y="233637"/>
                      <a:pt x="212133" y="229426"/>
                    </a:cubicBezTo>
                    <a:lnTo>
                      <a:pt x="152259" y="169563"/>
                    </a:lnTo>
                    <a:cubicBezTo>
                      <a:pt x="116965" y="196949"/>
                      <a:pt x="66829" y="193890"/>
                      <a:pt x="35126" y="162417"/>
                    </a:cubicBezTo>
                    <a:cubicBezTo>
                      <a:pt x="3423" y="130944"/>
                      <a:pt x="0" y="80832"/>
                      <a:pt x="27129" y="45340"/>
                    </a:cubicBezTo>
                    <a:cubicBezTo>
                      <a:pt x="54258" y="9848"/>
                      <a:pt x="103512" y="0"/>
                      <a:pt x="142202" y="22333"/>
                    </a:cubicBezTo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306068" y="4374832"/>
                <a:ext cx="21175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Stainless Steel Tumbler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2668" y="5041582"/>
                <a:ext cx="21255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검색창에 검색어를 입력함</a:t>
                </a:r>
              </a:p>
            </p:txBody>
          </p:sp>
        </p:grpSp>
        <p:sp>
          <p:nvSpPr>
            <p:cNvPr id="22" name="Line 22"/>
            <p:cNvSpPr/>
            <p:nvPr/>
          </p:nvSpPr>
          <p:spPr>
            <a:xfrm>
              <a:off x="4476750" y="4581525"/>
              <a:ext cx="43815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991100" y="3486150"/>
              <a:ext cx="4229100" cy="2190750"/>
              <a:chOff x="4991100" y="3486150"/>
              <a:chExt cx="4229100" cy="2190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991100" y="3486150"/>
                <a:ext cx="42291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76850" y="3759200"/>
                <a:ext cx="228780" cy="256773"/>
              </a:xfrm>
              <a:custGeom>
                <a:avLst/>
                <a:gdLst/>
                <a:ahLst/>
                <a:cxnLst/>
                <a:rect l="l" t="t" r="r" b="b"/>
                <a:pathLst>
                  <a:path w="228780" h="256773">
                    <a:moveTo>
                      <a:pt x="38100" y="0"/>
                    </a:moveTo>
                    <a:cubicBezTo>
                      <a:pt x="44538" y="1"/>
                      <a:pt x="49958" y="4820"/>
                      <a:pt x="50711" y="11214"/>
                    </a:cubicBezTo>
                    <a:lnTo>
                      <a:pt x="50800" y="12700"/>
                    </a:lnTo>
                    <a:lnTo>
                      <a:pt x="50800" y="26264"/>
                    </a:lnTo>
                    <a:lnTo>
                      <a:pt x="216801" y="38138"/>
                    </a:lnTo>
                    <a:cubicBezTo>
                      <a:pt x="223580" y="38618"/>
                      <a:pt x="228780" y="44349"/>
                      <a:pt x="228599" y="51143"/>
                    </a:cubicBezTo>
                    <a:lnTo>
                      <a:pt x="228472" y="52591"/>
                    </a:lnTo>
                    <a:lnTo>
                      <a:pt x="215772" y="141490"/>
                    </a:lnTo>
                    <a:cubicBezTo>
                      <a:pt x="214959" y="147216"/>
                      <a:pt x="210381" y="151670"/>
                      <a:pt x="204635" y="152323"/>
                    </a:cubicBezTo>
                    <a:lnTo>
                      <a:pt x="203199" y="152400"/>
                    </a:lnTo>
                    <a:lnTo>
                      <a:pt x="50800" y="152400"/>
                    </a:lnTo>
                    <a:lnTo>
                      <a:pt x="50800" y="177800"/>
                    </a:lnTo>
                    <a:lnTo>
                      <a:pt x="177800" y="177800"/>
                    </a:lnTo>
                    <a:cubicBezTo>
                      <a:pt x="198551" y="177801"/>
                      <a:pt x="215485" y="194408"/>
                      <a:pt x="215890" y="215155"/>
                    </a:cubicBezTo>
                    <a:cubicBezTo>
                      <a:pt x="216295" y="235903"/>
                      <a:pt x="200023" y="253159"/>
                      <a:pt x="179287" y="253970"/>
                    </a:cubicBezTo>
                    <a:cubicBezTo>
                      <a:pt x="158552" y="254782"/>
                      <a:pt x="140981" y="238850"/>
                      <a:pt x="139763" y="218135"/>
                    </a:cubicBezTo>
                    <a:lnTo>
                      <a:pt x="139700" y="215899"/>
                    </a:lnTo>
                    <a:lnTo>
                      <a:pt x="139763" y="213664"/>
                    </a:lnTo>
                    <a:cubicBezTo>
                      <a:pt x="139979" y="210007"/>
                      <a:pt x="140703" y="206501"/>
                      <a:pt x="141871" y="203199"/>
                    </a:cubicBezTo>
                    <a:lnTo>
                      <a:pt x="74028" y="203199"/>
                    </a:lnTo>
                    <a:cubicBezTo>
                      <a:pt x="78978" y="217240"/>
                      <a:pt x="75297" y="232878"/>
                      <a:pt x="64602" y="243235"/>
                    </a:cubicBezTo>
                    <a:cubicBezTo>
                      <a:pt x="53908" y="253593"/>
                      <a:pt x="38161" y="256773"/>
                      <a:pt x="24286" y="251376"/>
                    </a:cubicBezTo>
                    <a:cubicBezTo>
                      <a:pt x="10410" y="245980"/>
                      <a:pt x="949" y="232996"/>
                      <a:pt x="63" y="218135"/>
                    </a:cubicBezTo>
                    <a:lnTo>
                      <a:pt x="0" y="215899"/>
                    </a:lnTo>
                    <a:lnTo>
                      <a:pt x="63" y="213664"/>
                    </a:lnTo>
                    <a:cubicBezTo>
                      <a:pt x="962" y="198356"/>
                      <a:pt x="10945" y="185076"/>
                      <a:pt x="25400" y="179959"/>
                    </a:cubicBezTo>
                    <a:lnTo>
                      <a:pt x="25400" y="25400"/>
                    </a:lnTo>
                    <a:lnTo>
                      <a:pt x="12700" y="25400"/>
                    </a:lnTo>
                    <a:cubicBezTo>
                      <a:pt x="6261" y="25399"/>
                      <a:pt x="842" y="20580"/>
                      <a:pt x="89" y="14186"/>
                    </a:cubicBezTo>
                    <a:lnTo>
                      <a:pt x="0" y="12700"/>
                    </a:ln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38100" y="0"/>
                    </a:lnTo>
                    <a:close/>
                    <a:moveTo>
                      <a:pt x="38100" y="203199"/>
                    </a:moveTo>
                    <a:cubicBezTo>
                      <a:pt x="31086" y="203199"/>
                      <a:pt x="25400" y="208885"/>
                      <a:pt x="25400" y="215899"/>
                    </a:cubicBezTo>
                    <a:cubicBezTo>
                      <a:pt x="25400" y="222913"/>
                      <a:pt x="31086" y="228599"/>
                      <a:pt x="38100" y="228599"/>
                    </a:cubicBezTo>
                    <a:cubicBezTo>
                      <a:pt x="45114" y="228599"/>
                      <a:pt x="50800" y="222913"/>
                      <a:pt x="50800" y="215899"/>
                    </a:cubicBezTo>
                    <a:cubicBezTo>
                      <a:pt x="50800" y="208885"/>
                      <a:pt x="45114" y="203199"/>
                      <a:pt x="38100" y="203199"/>
                    </a:cubicBezTo>
                    <a:moveTo>
                      <a:pt x="177800" y="203199"/>
                    </a:moveTo>
                    <a:cubicBezTo>
                      <a:pt x="170786" y="203199"/>
                      <a:pt x="165100" y="208885"/>
                      <a:pt x="165100" y="215899"/>
                    </a:cubicBezTo>
                    <a:cubicBezTo>
                      <a:pt x="165100" y="222913"/>
                      <a:pt x="170786" y="228599"/>
                      <a:pt x="177800" y="228599"/>
                    </a:cubicBezTo>
                    <a:cubicBezTo>
                      <a:pt x="184814" y="228599"/>
                      <a:pt x="190500" y="222913"/>
                      <a:pt x="190500" y="215899"/>
                    </a:cubicBezTo>
                    <a:cubicBezTo>
                      <a:pt x="190500" y="208885"/>
                      <a:pt x="184814" y="203199"/>
                      <a:pt x="177800" y="20319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629656" y="3768090"/>
                <a:ext cx="59631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판매자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30368" y="4203382"/>
                <a:ext cx="19572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검색 키워드, 리뷰, 가격,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30368" y="4508182"/>
                <a:ext cx="139461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배송 조건을 통해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30368" y="4812982"/>
                <a:ext cx="121187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노출 경쟁을 함</a:t>
                </a:r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12 / 41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7304" y="6957060"/>
            <a:ext cx="243656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이커머스에서 글로벌 AI 커머스로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1250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 글로벌 AI 커머스로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27860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5018" y="1917382"/>
            <a:ext cx="3164328" cy="253916"/>
            <a:chOff x="525018" y="1917382"/>
            <a:chExt cx="3164328" cy="253916"/>
          </a:xfrm>
        </p:grpSpPr>
        <p:sp>
          <p:nvSpPr>
            <p:cNvPr id="8" name="TextBox 8"/>
            <p:cNvSpPr txBox="1"/>
            <p:nvPr/>
          </p:nvSpPr>
          <p:spPr>
            <a:xfrm>
              <a:off x="525018" y="1917382"/>
              <a:ext cx="31643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AI가 들어오면서 구조가 달라지고 있음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2266950"/>
            <a:ext cx="8686800" cy="4476750"/>
            <a:chOff x="533400" y="2266950"/>
            <a:chExt cx="8686800" cy="4476750"/>
          </a:xfrm>
        </p:grpSpPr>
        <p:sp>
          <p:nvSpPr>
            <p:cNvPr id="10" name="Rectangle 10"/>
            <p:cNvSpPr/>
            <p:nvPr/>
          </p:nvSpPr>
          <p:spPr>
            <a:xfrm>
              <a:off x="533400" y="2266950"/>
              <a:ext cx="1428750" cy="4476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038350" y="2266950"/>
              <a:ext cx="3543300" cy="4476750"/>
            </a:xfrm>
            <a:prstGeom prst="roundRect">
              <a:avLst>
                <a:gd name="adj" fmla="val 2688"/>
              </a:avLst>
            </a:prstGeom>
            <a:solidFill>
              <a:srgbClr val="FBEDE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657850" y="2266950"/>
              <a:ext cx="3562350" cy="4476750"/>
            </a:xfrm>
            <a:prstGeom prst="roundRect">
              <a:avLst>
                <a:gd name="adj" fmla="val 2674"/>
              </a:avLst>
            </a:prstGeom>
            <a:solidFill>
              <a:srgbClr val="FCF1D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1207" y="239363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구분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9951" y="2393632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기존 글로벌 이커머스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4888" y="2393632"/>
              <a:ext cx="14282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66750" y="274320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66750" y="2888932"/>
              <a:ext cx="8420100" cy="663893"/>
              <a:chOff x="666750" y="2888932"/>
              <a:chExt cx="8420100" cy="66389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29612" y="29651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핵심 활동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182368" y="2888932"/>
                <a:ext cx="233397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해외 플랫폼 입점, 상품 등록,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182368" y="3155632"/>
                <a:ext cx="83516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배송, 결제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801868" y="2888932"/>
                <a:ext cx="234359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기반 시장조사, 상품 기획,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801868" y="3155632"/>
                <a:ext cx="167032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현지화, 추천, 자동화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66750" y="3543300"/>
                <a:ext cx="8420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420100" h="9525">
                    <a:moveTo>
                      <a:pt x="0" y="0"/>
                    </a:moveTo>
                    <a:lnTo>
                      <a:pt x="84201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666750" y="3689032"/>
              <a:ext cx="8420100" cy="663893"/>
              <a:chOff x="666750" y="3689032"/>
              <a:chExt cx="8420100" cy="66389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729612" y="37652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판매 방식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182368" y="3765232"/>
                <a:ext cx="121187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검색 기반 판매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801868" y="3689032"/>
                <a:ext cx="155811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검색형 + 추천형 +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801868" y="3955732"/>
                <a:ext cx="153888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대화형 + 콘텐츠형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666750" y="4343400"/>
                <a:ext cx="8420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420100" h="9525">
                    <a:moveTo>
                      <a:pt x="0" y="0"/>
                    </a:moveTo>
                    <a:lnTo>
                      <a:pt x="84201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66750" y="4489132"/>
              <a:ext cx="8420100" cy="663893"/>
              <a:chOff x="666750" y="4489132"/>
              <a:chExt cx="8420100" cy="663893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729612" y="45653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 접점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182368" y="4565332"/>
                <a:ext cx="18530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상품페이지, 리뷰, 광고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801868" y="4489132"/>
                <a:ext cx="19668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쇼핑비서, 숏폼, 챗봇,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801868" y="4755832"/>
                <a:ext cx="186429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개인화 추천, 리뷰 요약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666750" y="5143500"/>
                <a:ext cx="8420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420100" h="9525">
                    <a:moveTo>
                      <a:pt x="0" y="0"/>
                    </a:moveTo>
                    <a:lnTo>
                      <a:pt x="84201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66750" y="5289232"/>
              <a:ext cx="8420100" cy="663893"/>
              <a:chOff x="666750" y="5289232"/>
              <a:chExt cx="8420100" cy="66389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729612" y="53654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주요 역량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182368" y="5289232"/>
                <a:ext cx="203581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플랫폼 이해, 가격경쟁력,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182368" y="55559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물류 처리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801868" y="5289232"/>
                <a:ext cx="173765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데이터 이해, AI 활용,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801868" y="5555932"/>
                <a:ext cx="204703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고객경험 설계, 신뢰 관리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666750" y="5943600"/>
                <a:ext cx="8420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420100" h="9525">
                    <a:moveTo>
                      <a:pt x="0" y="0"/>
                    </a:moveTo>
                    <a:lnTo>
                      <a:pt x="84201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638240" y="6089332"/>
              <a:ext cx="7346918" cy="520616"/>
              <a:chOff x="638240" y="6089332"/>
              <a:chExt cx="7346918" cy="520616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638240" y="6165532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판매자 고민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182368" y="6089332"/>
                <a:ext cx="18065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어디에 입점할 것인가,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182368" y="6356032"/>
                <a:ext cx="176009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어떻게 배송할 것인가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801868" y="6089332"/>
                <a:ext cx="182742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AI와 고객이 내 상품을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801868" y="6356032"/>
                <a:ext cx="218329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어떻게 이해하게 할 것인가</a:t>
                </a: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13 / 41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7304" y="6957060"/>
            <a:ext cx="243656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이커머스에서 글로벌 AI 커머스로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1250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 글로벌 AI 커머스로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27860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등장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885950"/>
            <a:ext cx="7067550" cy="1905000"/>
            <a:chOff x="533400" y="1885950"/>
            <a:chExt cx="7067550" cy="1905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885950"/>
              <a:ext cx="6438900" cy="571500"/>
              <a:chOff x="533400" y="1885950"/>
              <a:chExt cx="6438900" cy="571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33400" y="1885950"/>
                <a:ext cx="6438900" cy="571500"/>
              </a:xfrm>
              <a:prstGeom prst="roundRect">
                <a:avLst>
                  <a:gd name="adj" fmla="val 2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46125" y="2071688"/>
                <a:ext cx="222251" cy="212236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212236">
                    <a:moveTo>
                      <a:pt x="177801" y="0"/>
                    </a:moveTo>
                    <a:cubicBezTo>
                      <a:pt x="202350" y="0"/>
                      <a:pt x="222251" y="19901"/>
                      <a:pt x="222251" y="44450"/>
                    </a:cubicBezTo>
                    <a:lnTo>
                      <a:pt x="222251" y="133350"/>
                    </a:lnTo>
                    <a:cubicBezTo>
                      <a:pt x="222251" y="157900"/>
                      <a:pt x="202350" y="177801"/>
                      <a:pt x="177801" y="177801"/>
                    </a:cubicBezTo>
                    <a:lnTo>
                      <a:pt x="149064" y="177801"/>
                    </a:lnTo>
                    <a:lnTo>
                      <a:pt x="118982" y="207882"/>
                    </a:lnTo>
                    <a:cubicBezTo>
                      <a:pt x="115023" y="211841"/>
                      <a:pt x="108737" y="212236"/>
                      <a:pt x="104313" y="208804"/>
                    </a:cubicBezTo>
                    <a:lnTo>
                      <a:pt x="103269" y="207882"/>
                    </a:lnTo>
                    <a:lnTo>
                      <a:pt x="73176" y="177801"/>
                    </a:lnTo>
                    <a:lnTo>
                      <a:pt x="44450" y="177801"/>
                    </a:lnTo>
                    <a:cubicBezTo>
                      <a:pt x="20765" y="177801"/>
                      <a:pt x="1240" y="159229"/>
                      <a:pt x="56" y="135573"/>
                    </a:cubicBezTo>
                    <a:lnTo>
                      <a:pt x="0" y="133350"/>
                    </a:ln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lose/>
                    <a:moveTo>
                      <a:pt x="133350" y="100013"/>
                    </a:moveTo>
                    <a:lnTo>
                      <a:pt x="66675" y="100013"/>
                    </a:lnTo>
                    <a:cubicBezTo>
                      <a:pt x="60538" y="100013"/>
                      <a:pt x="55563" y="104988"/>
                      <a:pt x="55563" y="111125"/>
                    </a:cubicBezTo>
                    <a:cubicBezTo>
                      <a:pt x="55563" y="117263"/>
                      <a:pt x="60538" y="122238"/>
                      <a:pt x="66675" y="122238"/>
                    </a:cubicBezTo>
                    <a:lnTo>
                      <a:pt x="133350" y="122238"/>
                    </a:lnTo>
                    <a:cubicBezTo>
                      <a:pt x="139488" y="122238"/>
                      <a:pt x="144463" y="117263"/>
                      <a:pt x="144463" y="111125"/>
                    </a:cubicBezTo>
                    <a:cubicBezTo>
                      <a:pt x="144463" y="104988"/>
                      <a:pt x="139488" y="100013"/>
                      <a:pt x="133350" y="100013"/>
                    </a:cubicBezTo>
                    <a:moveTo>
                      <a:pt x="155575" y="55563"/>
                    </a:moveTo>
                    <a:lnTo>
                      <a:pt x="66675" y="55563"/>
                    </a:lnTo>
                    <a:cubicBezTo>
                      <a:pt x="60538" y="55563"/>
                      <a:pt x="55563" y="60538"/>
                      <a:pt x="55563" y="66675"/>
                    </a:cubicBezTo>
                    <a:cubicBezTo>
                      <a:pt x="55563" y="72812"/>
                      <a:pt x="60538" y="77788"/>
                      <a:pt x="66675" y="77788"/>
                    </a:cubicBezTo>
                    <a:lnTo>
                      <a:pt x="155575" y="77788"/>
                    </a:lnTo>
                    <a:cubicBezTo>
                      <a:pt x="161713" y="77788"/>
                      <a:pt x="166688" y="72812"/>
                      <a:pt x="166688" y="66675"/>
                    </a:cubicBezTo>
                    <a:cubicBezTo>
                      <a:pt x="166688" y="60538"/>
                      <a:pt x="161713" y="55563"/>
                      <a:pt x="155575" y="55563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14806" y="2053590"/>
                <a:ext cx="406521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여행 갈 때 쓸 가볍고 튼튼한 텀블러 추천해줘.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33400" y="2552700"/>
              <a:ext cx="7067550" cy="571500"/>
              <a:chOff x="533400" y="2552700"/>
              <a:chExt cx="706755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2552700"/>
                <a:ext cx="7067550" cy="571500"/>
              </a:xfrm>
              <a:prstGeom prst="roundRect">
                <a:avLst>
                  <a:gd name="adj" fmla="val 2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46125" y="2738438"/>
                <a:ext cx="222251" cy="212236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212236">
                    <a:moveTo>
                      <a:pt x="177801" y="0"/>
                    </a:moveTo>
                    <a:cubicBezTo>
                      <a:pt x="202350" y="0"/>
                      <a:pt x="222251" y="19901"/>
                      <a:pt x="222251" y="44450"/>
                    </a:cubicBezTo>
                    <a:lnTo>
                      <a:pt x="222251" y="133350"/>
                    </a:lnTo>
                    <a:cubicBezTo>
                      <a:pt x="222251" y="157900"/>
                      <a:pt x="202350" y="177801"/>
                      <a:pt x="177801" y="177801"/>
                    </a:cubicBezTo>
                    <a:lnTo>
                      <a:pt x="149064" y="177801"/>
                    </a:lnTo>
                    <a:lnTo>
                      <a:pt x="118982" y="207882"/>
                    </a:lnTo>
                    <a:cubicBezTo>
                      <a:pt x="115023" y="211841"/>
                      <a:pt x="108737" y="212236"/>
                      <a:pt x="104313" y="208804"/>
                    </a:cubicBezTo>
                    <a:lnTo>
                      <a:pt x="103269" y="207882"/>
                    </a:lnTo>
                    <a:lnTo>
                      <a:pt x="73176" y="177801"/>
                    </a:lnTo>
                    <a:lnTo>
                      <a:pt x="44450" y="177801"/>
                    </a:lnTo>
                    <a:cubicBezTo>
                      <a:pt x="20765" y="177801"/>
                      <a:pt x="1240" y="159229"/>
                      <a:pt x="56" y="135573"/>
                    </a:cubicBezTo>
                    <a:lnTo>
                      <a:pt x="0" y="133350"/>
                    </a:ln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lose/>
                    <a:moveTo>
                      <a:pt x="133350" y="100013"/>
                    </a:moveTo>
                    <a:lnTo>
                      <a:pt x="66675" y="100013"/>
                    </a:lnTo>
                    <a:cubicBezTo>
                      <a:pt x="60538" y="100013"/>
                      <a:pt x="55563" y="104988"/>
                      <a:pt x="55563" y="111125"/>
                    </a:cubicBezTo>
                    <a:cubicBezTo>
                      <a:pt x="55563" y="117263"/>
                      <a:pt x="60538" y="122238"/>
                      <a:pt x="66675" y="122238"/>
                    </a:cubicBezTo>
                    <a:lnTo>
                      <a:pt x="133350" y="122238"/>
                    </a:lnTo>
                    <a:cubicBezTo>
                      <a:pt x="139488" y="122238"/>
                      <a:pt x="144463" y="117263"/>
                      <a:pt x="144463" y="111125"/>
                    </a:cubicBezTo>
                    <a:cubicBezTo>
                      <a:pt x="144463" y="104988"/>
                      <a:pt x="139488" y="100013"/>
                      <a:pt x="133350" y="100013"/>
                    </a:cubicBezTo>
                    <a:moveTo>
                      <a:pt x="155575" y="55563"/>
                    </a:moveTo>
                    <a:lnTo>
                      <a:pt x="66675" y="55563"/>
                    </a:lnTo>
                    <a:cubicBezTo>
                      <a:pt x="60538" y="55563"/>
                      <a:pt x="55563" y="60538"/>
                      <a:pt x="55563" y="66675"/>
                    </a:cubicBezTo>
                    <a:cubicBezTo>
                      <a:pt x="55563" y="72812"/>
                      <a:pt x="60538" y="77788"/>
                      <a:pt x="66675" y="77788"/>
                    </a:cubicBezTo>
                    <a:lnTo>
                      <a:pt x="155575" y="77788"/>
                    </a:lnTo>
                    <a:cubicBezTo>
                      <a:pt x="161713" y="77788"/>
                      <a:pt x="166688" y="72812"/>
                      <a:pt x="166688" y="66675"/>
                    </a:cubicBezTo>
                    <a:cubicBezTo>
                      <a:pt x="166688" y="60538"/>
                      <a:pt x="161713" y="55563"/>
                      <a:pt x="155575" y="55563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14806" y="2720340"/>
                <a:ext cx="47016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100달러 이하의 방수 백팩 중 리뷰 좋은 제품 알려줘.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33400" y="3219450"/>
              <a:ext cx="6819900" cy="571500"/>
              <a:chOff x="533400" y="3219450"/>
              <a:chExt cx="6819900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33400" y="3219450"/>
                <a:ext cx="6819900" cy="571500"/>
              </a:xfrm>
              <a:prstGeom prst="roundRect">
                <a:avLst>
                  <a:gd name="adj" fmla="val 2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46125" y="3405188"/>
                <a:ext cx="222251" cy="212236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212236">
                    <a:moveTo>
                      <a:pt x="177801" y="0"/>
                    </a:moveTo>
                    <a:cubicBezTo>
                      <a:pt x="202350" y="0"/>
                      <a:pt x="222251" y="19901"/>
                      <a:pt x="222251" y="44450"/>
                    </a:cubicBezTo>
                    <a:lnTo>
                      <a:pt x="222251" y="133350"/>
                    </a:lnTo>
                    <a:cubicBezTo>
                      <a:pt x="222251" y="157900"/>
                      <a:pt x="202350" y="177801"/>
                      <a:pt x="177801" y="177801"/>
                    </a:cubicBezTo>
                    <a:lnTo>
                      <a:pt x="149064" y="177801"/>
                    </a:lnTo>
                    <a:lnTo>
                      <a:pt x="118982" y="207882"/>
                    </a:lnTo>
                    <a:cubicBezTo>
                      <a:pt x="115023" y="211841"/>
                      <a:pt x="108737" y="212236"/>
                      <a:pt x="104313" y="208804"/>
                    </a:cubicBezTo>
                    <a:lnTo>
                      <a:pt x="103269" y="207882"/>
                    </a:lnTo>
                    <a:lnTo>
                      <a:pt x="73176" y="177801"/>
                    </a:lnTo>
                    <a:lnTo>
                      <a:pt x="44450" y="177801"/>
                    </a:lnTo>
                    <a:cubicBezTo>
                      <a:pt x="20765" y="177801"/>
                      <a:pt x="1240" y="159229"/>
                      <a:pt x="56" y="135573"/>
                    </a:cubicBezTo>
                    <a:lnTo>
                      <a:pt x="0" y="133350"/>
                    </a:ln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lose/>
                    <a:moveTo>
                      <a:pt x="133350" y="100013"/>
                    </a:moveTo>
                    <a:lnTo>
                      <a:pt x="66675" y="100013"/>
                    </a:lnTo>
                    <a:cubicBezTo>
                      <a:pt x="60538" y="100013"/>
                      <a:pt x="55563" y="104988"/>
                      <a:pt x="55563" y="111125"/>
                    </a:cubicBezTo>
                    <a:cubicBezTo>
                      <a:pt x="55563" y="117263"/>
                      <a:pt x="60538" y="122238"/>
                      <a:pt x="66675" y="122238"/>
                    </a:cubicBezTo>
                    <a:lnTo>
                      <a:pt x="133350" y="122238"/>
                    </a:lnTo>
                    <a:cubicBezTo>
                      <a:pt x="139488" y="122238"/>
                      <a:pt x="144463" y="117263"/>
                      <a:pt x="144463" y="111125"/>
                    </a:cubicBezTo>
                    <a:cubicBezTo>
                      <a:pt x="144463" y="104988"/>
                      <a:pt x="139488" y="100013"/>
                      <a:pt x="133350" y="100013"/>
                    </a:cubicBezTo>
                    <a:moveTo>
                      <a:pt x="155575" y="55563"/>
                    </a:moveTo>
                    <a:lnTo>
                      <a:pt x="66675" y="55563"/>
                    </a:lnTo>
                    <a:cubicBezTo>
                      <a:pt x="60538" y="55563"/>
                      <a:pt x="55563" y="60538"/>
                      <a:pt x="55563" y="66675"/>
                    </a:cubicBezTo>
                    <a:cubicBezTo>
                      <a:pt x="55563" y="72812"/>
                      <a:pt x="60538" y="77788"/>
                      <a:pt x="66675" y="77788"/>
                    </a:cubicBezTo>
                    <a:lnTo>
                      <a:pt x="155575" y="77788"/>
                    </a:lnTo>
                    <a:cubicBezTo>
                      <a:pt x="161713" y="77788"/>
                      <a:pt x="166688" y="72812"/>
                      <a:pt x="166688" y="66675"/>
                    </a:cubicBezTo>
                    <a:cubicBezTo>
                      <a:pt x="166688" y="60538"/>
                      <a:pt x="161713" y="55563"/>
                      <a:pt x="155575" y="55563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14806" y="3387090"/>
                <a:ext cx="440024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민감성 피부에 맞는 한국 스킨케어 제품 추천해줘.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533400" y="4152900"/>
            <a:ext cx="8686800" cy="1162050"/>
            <a:chOff x="533400" y="4152900"/>
            <a:chExt cx="8686800" cy="1162050"/>
          </a:xfrm>
        </p:grpSpPr>
        <p:sp>
          <p:nvSpPr>
            <p:cNvPr id="21" name="Rectangle 21"/>
            <p:cNvSpPr/>
            <p:nvPr/>
          </p:nvSpPr>
          <p:spPr>
            <a:xfrm>
              <a:off x="533400" y="4152900"/>
              <a:ext cx="8686800" cy="1162050"/>
            </a:xfrm>
            <a:prstGeom prst="roundRect">
              <a:avLst>
                <a:gd name="adj" fmla="val 13115"/>
              </a:avLst>
            </a:prstGeom>
            <a:solidFill>
              <a:srgbClr val="FCF1D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84494" y="4455588"/>
              <a:ext cx="265369" cy="251875"/>
              <a:chOff x="784494" y="4455588"/>
              <a:chExt cx="265369" cy="2518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64407" y="4617513"/>
                <a:ext cx="85456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85456" h="89950">
                    <a:moveTo>
                      <a:pt x="13494" y="58469"/>
                    </a:moveTo>
                    <a:cubicBezTo>
                      <a:pt x="6041" y="58469"/>
                      <a:pt x="0" y="52427"/>
                      <a:pt x="0" y="44975"/>
                    </a:cubicBezTo>
                    <a:cubicBezTo>
                      <a:pt x="0" y="37522"/>
                      <a:pt x="6041" y="31481"/>
                      <a:pt x="13494" y="31481"/>
                    </a:cubicBezTo>
                    <a:cubicBezTo>
                      <a:pt x="20946" y="31481"/>
                      <a:pt x="26988" y="25440"/>
                      <a:pt x="26988" y="17987"/>
                    </a:cubicBezTo>
                    <a:cubicBezTo>
                      <a:pt x="26988" y="0"/>
                      <a:pt x="53975" y="0"/>
                      <a:pt x="53975" y="17987"/>
                    </a:cubicBezTo>
                    <a:cubicBezTo>
                      <a:pt x="53975" y="25440"/>
                      <a:pt x="60016" y="31481"/>
                      <a:pt x="67469" y="31481"/>
                    </a:cubicBezTo>
                    <a:cubicBezTo>
                      <a:pt x="85456" y="31481"/>
                      <a:pt x="85456" y="58469"/>
                      <a:pt x="67469" y="58469"/>
                    </a:cubicBezTo>
                    <a:cubicBezTo>
                      <a:pt x="60016" y="58469"/>
                      <a:pt x="53975" y="64510"/>
                      <a:pt x="53975" y="71962"/>
                    </a:cubicBezTo>
                    <a:cubicBezTo>
                      <a:pt x="53975" y="89950"/>
                      <a:pt x="26988" y="89950"/>
                      <a:pt x="26988" y="71962"/>
                    </a:cubicBezTo>
                    <a:cubicBezTo>
                      <a:pt x="26988" y="64510"/>
                      <a:pt x="20946" y="58469"/>
                      <a:pt x="13494" y="584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84494" y="4482575"/>
                <a:ext cx="197900" cy="193406"/>
              </a:xfrm>
              <a:custGeom>
                <a:avLst/>
                <a:gdLst/>
                <a:ahLst/>
                <a:cxnLst/>
                <a:rect l="l" t="t" r="r" b="b"/>
                <a:pathLst>
                  <a:path w="197900" h="193406">
                    <a:moveTo>
                      <a:pt x="17987" y="85456"/>
                    </a:moveTo>
                    <a:cubicBezTo>
                      <a:pt x="55249" y="85456"/>
                      <a:pt x="85456" y="55249"/>
                      <a:pt x="85456" y="17987"/>
                    </a:cubicBezTo>
                    <a:cubicBezTo>
                      <a:pt x="85456" y="0"/>
                      <a:pt x="112444" y="0"/>
                      <a:pt x="112444" y="17987"/>
                    </a:cubicBezTo>
                    <a:cubicBezTo>
                      <a:pt x="112444" y="55249"/>
                      <a:pt x="142651" y="85456"/>
                      <a:pt x="179913" y="85456"/>
                    </a:cubicBezTo>
                    <a:cubicBezTo>
                      <a:pt x="197900" y="85456"/>
                      <a:pt x="197900" y="112444"/>
                      <a:pt x="179913" y="112444"/>
                    </a:cubicBezTo>
                    <a:cubicBezTo>
                      <a:pt x="142651" y="112444"/>
                      <a:pt x="112444" y="142651"/>
                      <a:pt x="112444" y="179913"/>
                    </a:cubicBezTo>
                    <a:cubicBezTo>
                      <a:pt x="112444" y="187365"/>
                      <a:pt x="106402" y="193406"/>
                      <a:pt x="98950" y="193406"/>
                    </a:cubicBezTo>
                    <a:cubicBezTo>
                      <a:pt x="91497" y="193406"/>
                      <a:pt x="85456" y="187365"/>
                      <a:pt x="85456" y="179913"/>
                    </a:cubicBezTo>
                    <a:cubicBezTo>
                      <a:pt x="85456" y="142651"/>
                      <a:pt x="55249" y="112444"/>
                      <a:pt x="17987" y="112444"/>
                    </a:cubicBezTo>
                    <a:cubicBezTo>
                      <a:pt x="0" y="112444"/>
                      <a:pt x="0" y="85456"/>
                      <a:pt x="17987" y="8545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64407" y="4455588"/>
                <a:ext cx="85456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85456" h="89950">
                    <a:moveTo>
                      <a:pt x="13494" y="58469"/>
                    </a:moveTo>
                    <a:cubicBezTo>
                      <a:pt x="6041" y="58469"/>
                      <a:pt x="0" y="52427"/>
                      <a:pt x="0" y="44975"/>
                    </a:cubicBezTo>
                    <a:cubicBezTo>
                      <a:pt x="0" y="37522"/>
                      <a:pt x="6041" y="31481"/>
                      <a:pt x="13494" y="31481"/>
                    </a:cubicBezTo>
                    <a:cubicBezTo>
                      <a:pt x="20946" y="31481"/>
                      <a:pt x="26988" y="25440"/>
                      <a:pt x="26988" y="17987"/>
                    </a:cubicBezTo>
                    <a:cubicBezTo>
                      <a:pt x="26988" y="0"/>
                      <a:pt x="53975" y="0"/>
                      <a:pt x="53975" y="17987"/>
                    </a:cubicBezTo>
                    <a:cubicBezTo>
                      <a:pt x="53975" y="25440"/>
                      <a:pt x="60016" y="31481"/>
                      <a:pt x="67469" y="31481"/>
                    </a:cubicBezTo>
                    <a:cubicBezTo>
                      <a:pt x="85456" y="31481"/>
                      <a:pt x="85456" y="58469"/>
                      <a:pt x="67469" y="58469"/>
                    </a:cubicBezTo>
                    <a:cubicBezTo>
                      <a:pt x="60016" y="58469"/>
                      <a:pt x="53975" y="64510"/>
                      <a:pt x="53975" y="71962"/>
                    </a:cubicBezTo>
                    <a:cubicBezTo>
                      <a:pt x="53975" y="89950"/>
                      <a:pt x="26988" y="89950"/>
                      <a:pt x="26988" y="71962"/>
                    </a:cubicBezTo>
                    <a:cubicBezTo>
                      <a:pt x="26988" y="64510"/>
                      <a:pt x="20946" y="58469"/>
                      <a:pt x="13494" y="584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209294" y="4342448"/>
              <a:ext cx="491641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중요한 것은 단순히 키워드가 아닌, AI가 내 상품의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9294" y="4723448"/>
              <a:ext cx="615232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용도, 장점, 가격, 리뷰, 신뢰 요소를 제대로 이해할 수 있어야 함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5780" y="5610225"/>
            <a:ext cx="8694420" cy="1076325"/>
            <a:chOff x="525780" y="5610225"/>
            <a:chExt cx="8694420" cy="1076325"/>
          </a:xfrm>
        </p:grpSpPr>
        <p:sp>
          <p:nvSpPr>
            <p:cNvPr id="29" name="TextBox 29"/>
            <p:cNvSpPr txBox="1"/>
            <p:nvPr/>
          </p:nvSpPr>
          <p:spPr>
            <a:xfrm>
              <a:off x="525780" y="5610225"/>
              <a:ext cx="2196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500" b="1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예: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83918" y="5935501"/>
              <a:ext cx="3025418" cy="281288"/>
              <a:chOff x="583918" y="5935501"/>
              <a:chExt cx="3025418" cy="28128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83918" y="5935501"/>
                <a:ext cx="215481" cy="216947"/>
              </a:xfrm>
              <a:custGeom>
                <a:avLst/>
                <a:gdLst/>
                <a:ahLst/>
                <a:cxnLst/>
                <a:rect l="l" t="t" r="r" b="b"/>
                <a:pathLst>
                  <a:path w="215481" h="216947">
                    <a:moveTo>
                      <a:pt x="132044" y="20748"/>
                    </a:moveTo>
                    <a:cubicBezTo>
                      <a:pt x="152702" y="32673"/>
                      <a:pt x="167193" y="52952"/>
                      <a:pt x="171782" y="76360"/>
                    </a:cubicBezTo>
                    <a:cubicBezTo>
                      <a:pt x="176371" y="99768"/>
                      <a:pt x="170610" y="124016"/>
                      <a:pt x="155983" y="142859"/>
                    </a:cubicBezTo>
                    <a:lnTo>
                      <a:pt x="211570" y="198446"/>
                    </a:lnTo>
                    <a:cubicBezTo>
                      <a:pt x="215481" y="202495"/>
                      <a:pt x="215425" y="208931"/>
                      <a:pt x="211444" y="212911"/>
                    </a:cubicBezTo>
                    <a:cubicBezTo>
                      <a:pt x="207464" y="216892"/>
                      <a:pt x="201028" y="216947"/>
                      <a:pt x="196979" y="213037"/>
                    </a:cubicBezTo>
                    <a:lnTo>
                      <a:pt x="141382" y="157450"/>
                    </a:lnTo>
                    <a:cubicBezTo>
                      <a:pt x="108610" y="182880"/>
                      <a:pt x="62055" y="180040"/>
                      <a:pt x="32617" y="150815"/>
                    </a:cubicBezTo>
                    <a:cubicBezTo>
                      <a:pt x="3178" y="121590"/>
                      <a:pt x="0" y="75057"/>
                      <a:pt x="25191" y="42101"/>
                    </a:cubicBezTo>
                    <a:cubicBezTo>
                      <a:pt x="50382" y="9144"/>
                      <a:pt x="96118" y="0"/>
                      <a:pt x="132044" y="20737"/>
                    </a:cubicBezTo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24306" y="5939790"/>
                <a:ext cx="268503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과거의 검색: 고객이 직접 검색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6305550"/>
              <a:ext cx="8686800" cy="381000"/>
              <a:chOff x="533400" y="6305550"/>
              <a:chExt cx="8686800" cy="381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33400" y="6305550"/>
                <a:ext cx="86868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645851" y="6428320"/>
                <a:ext cx="202928" cy="192610"/>
                <a:chOff x="645851" y="6428320"/>
                <a:chExt cx="202928" cy="19261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83431" y="6552145"/>
                  <a:ext cx="65348" cy="68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48" h="68785">
                      <a:moveTo>
                        <a:pt x="10319" y="44711"/>
                      </a:moveTo>
                      <a:cubicBezTo>
                        <a:pt x="4620" y="44711"/>
                        <a:pt x="0" y="40091"/>
                        <a:pt x="0" y="34392"/>
                      </a:cubicBezTo>
                      <a:cubicBezTo>
                        <a:pt x="0" y="28693"/>
                        <a:pt x="4620" y="24074"/>
                        <a:pt x="10319" y="24074"/>
                      </a:cubicBezTo>
                      <a:cubicBezTo>
                        <a:pt x="16018" y="24074"/>
                        <a:pt x="20637" y="19454"/>
                        <a:pt x="20637" y="13755"/>
                      </a:cubicBezTo>
                      <a:cubicBezTo>
                        <a:pt x="20637" y="0"/>
                        <a:pt x="41275" y="0"/>
                        <a:pt x="41275" y="13755"/>
                      </a:cubicBezTo>
                      <a:cubicBezTo>
                        <a:pt x="41275" y="19454"/>
                        <a:pt x="45895" y="24074"/>
                        <a:pt x="51594" y="24074"/>
                      </a:cubicBezTo>
                      <a:cubicBezTo>
                        <a:pt x="65348" y="24074"/>
                        <a:pt x="65348" y="44711"/>
                        <a:pt x="51594" y="44711"/>
                      </a:cubicBezTo>
                      <a:cubicBezTo>
                        <a:pt x="45895" y="44711"/>
                        <a:pt x="41275" y="49331"/>
                        <a:pt x="41275" y="55030"/>
                      </a:cubicBezTo>
                      <a:cubicBezTo>
                        <a:pt x="41275" y="68785"/>
                        <a:pt x="20637" y="68785"/>
                        <a:pt x="20637" y="55030"/>
                      </a:cubicBezTo>
                      <a:cubicBezTo>
                        <a:pt x="20637" y="49331"/>
                        <a:pt x="16018" y="44711"/>
                        <a:pt x="10319" y="44711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5851" y="6448957"/>
                  <a:ext cx="151334" cy="147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34" h="147898">
                      <a:moveTo>
                        <a:pt x="13755" y="65348"/>
                      </a:moveTo>
                      <a:cubicBezTo>
                        <a:pt x="42249" y="65348"/>
                        <a:pt x="65348" y="42249"/>
                        <a:pt x="65348" y="13755"/>
                      </a:cubicBezTo>
                      <a:cubicBezTo>
                        <a:pt x="65348" y="0"/>
                        <a:pt x="85986" y="0"/>
                        <a:pt x="85986" y="13755"/>
                      </a:cubicBezTo>
                      <a:cubicBezTo>
                        <a:pt x="85986" y="42249"/>
                        <a:pt x="109085" y="65348"/>
                        <a:pt x="137579" y="65348"/>
                      </a:cubicBezTo>
                      <a:cubicBezTo>
                        <a:pt x="151334" y="65348"/>
                        <a:pt x="151334" y="85986"/>
                        <a:pt x="137579" y="85986"/>
                      </a:cubicBezTo>
                      <a:cubicBezTo>
                        <a:pt x="109085" y="85986"/>
                        <a:pt x="85986" y="109085"/>
                        <a:pt x="85986" y="137579"/>
                      </a:cubicBezTo>
                      <a:cubicBezTo>
                        <a:pt x="85986" y="143278"/>
                        <a:pt x="81366" y="147898"/>
                        <a:pt x="75667" y="147898"/>
                      </a:cubicBezTo>
                      <a:cubicBezTo>
                        <a:pt x="69968" y="147898"/>
                        <a:pt x="65348" y="143278"/>
                        <a:pt x="65348" y="137579"/>
                      </a:cubicBezTo>
                      <a:cubicBezTo>
                        <a:pt x="65348" y="109085"/>
                        <a:pt x="42249" y="85986"/>
                        <a:pt x="13755" y="85986"/>
                      </a:cubicBezTo>
                      <a:cubicBezTo>
                        <a:pt x="0" y="85986"/>
                        <a:pt x="0" y="65348"/>
                        <a:pt x="13755" y="6534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83431" y="6428320"/>
                  <a:ext cx="65348" cy="68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48" h="68785">
                      <a:moveTo>
                        <a:pt x="10319" y="44711"/>
                      </a:moveTo>
                      <a:cubicBezTo>
                        <a:pt x="4620" y="44711"/>
                        <a:pt x="0" y="40091"/>
                        <a:pt x="0" y="34392"/>
                      </a:cubicBezTo>
                      <a:cubicBezTo>
                        <a:pt x="0" y="28693"/>
                        <a:pt x="4620" y="24074"/>
                        <a:pt x="10319" y="24074"/>
                      </a:cubicBezTo>
                      <a:cubicBezTo>
                        <a:pt x="16018" y="24074"/>
                        <a:pt x="20637" y="19454"/>
                        <a:pt x="20637" y="13755"/>
                      </a:cubicBezTo>
                      <a:cubicBezTo>
                        <a:pt x="20637" y="0"/>
                        <a:pt x="41275" y="0"/>
                        <a:pt x="41275" y="13755"/>
                      </a:cubicBezTo>
                      <a:cubicBezTo>
                        <a:pt x="41275" y="19454"/>
                        <a:pt x="45895" y="24074"/>
                        <a:pt x="51594" y="24074"/>
                      </a:cubicBezTo>
                      <a:cubicBezTo>
                        <a:pt x="65348" y="24074"/>
                        <a:pt x="65348" y="44711"/>
                        <a:pt x="51594" y="44711"/>
                      </a:cubicBezTo>
                      <a:cubicBezTo>
                        <a:pt x="45895" y="44711"/>
                        <a:pt x="41275" y="49331"/>
                        <a:pt x="41275" y="55030"/>
                      </a:cubicBezTo>
                      <a:cubicBezTo>
                        <a:pt x="41275" y="68785"/>
                        <a:pt x="20637" y="68785"/>
                        <a:pt x="20637" y="55030"/>
                      </a:cubicBezTo>
                      <a:cubicBezTo>
                        <a:pt x="20637" y="49331"/>
                        <a:pt x="16018" y="44711"/>
                        <a:pt x="10319" y="44711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981456" y="6377940"/>
                <a:ext cx="38632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현재의 검색: 고객이 AI에게 물어볼 수 있음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14 / 41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7304" y="6957060"/>
            <a:ext cx="243656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이커머스에서 글로벌 AI 커머스로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1250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 글로벌 AI 커머스로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31688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검색형·추천형·대화형·콘텐츠형 커머스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943100"/>
            <a:ext cx="4229100" cy="2266950"/>
            <a:chOff x="533400" y="1943100"/>
            <a:chExt cx="4229100" cy="2266950"/>
          </a:xfrm>
        </p:grpSpPr>
        <p:sp>
          <p:nvSpPr>
            <p:cNvPr id="8" name="Rectangle 8"/>
            <p:cNvSpPr/>
            <p:nvPr/>
          </p:nvSpPr>
          <p:spPr>
            <a:xfrm>
              <a:off x="533400" y="1943100"/>
              <a:ext cx="4229100" cy="2266950"/>
            </a:xfrm>
            <a:prstGeom prst="roundRect">
              <a:avLst>
                <a:gd name="adj" fmla="val 6723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057705" y="2188548"/>
              <a:ext cx="331510" cy="333767"/>
            </a:xfrm>
            <a:custGeom>
              <a:avLst/>
              <a:gdLst/>
              <a:ahLst/>
              <a:cxnLst/>
              <a:rect l="l" t="t" r="r" b="b"/>
              <a:pathLst>
                <a:path w="331510" h="333767">
                  <a:moveTo>
                    <a:pt x="203145" y="31920"/>
                  </a:moveTo>
                  <a:cubicBezTo>
                    <a:pt x="234928" y="50266"/>
                    <a:pt x="257221" y="81464"/>
                    <a:pt x="264281" y="117477"/>
                  </a:cubicBezTo>
                  <a:cubicBezTo>
                    <a:pt x="271341" y="153490"/>
                    <a:pt x="262478" y="190796"/>
                    <a:pt x="239975" y="219785"/>
                  </a:cubicBezTo>
                  <a:lnTo>
                    <a:pt x="325494" y="305304"/>
                  </a:lnTo>
                  <a:cubicBezTo>
                    <a:pt x="331510" y="311533"/>
                    <a:pt x="331424" y="321434"/>
                    <a:pt x="325301" y="327557"/>
                  </a:cubicBezTo>
                  <a:cubicBezTo>
                    <a:pt x="319177" y="333681"/>
                    <a:pt x="309276" y="333767"/>
                    <a:pt x="303047" y="327751"/>
                  </a:cubicBezTo>
                  <a:lnTo>
                    <a:pt x="217512" y="242232"/>
                  </a:lnTo>
                  <a:cubicBezTo>
                    <a:pt x="167092" y="281355"/>
                    <a:pt x="95470" y="276986"/>
                    <a:pt x="50180" y="232024"/>
                  </a:cubicBezTo>
                  <a:cubicBezTo>
                    <a:pt x="4890" y="187062"/>
                    <a:pt x="0" y="115474"/>
                    <a:pt x="38755" y="64771"/>
                  </a:cubicBezTo>
                  <a:cubicBezTo>
                    <a:pt x="77511" y="14068"/>
                    <a:pt x="147874" y="0"/>
                    <a:pt x="203145" y="3190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0194" y="2227898"/>
              <a:ext cx="136736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검색형 커머스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718" y="2679382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고객이 직접 검색어를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2965132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입력해 상품을 찾음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3486150"/>
              <a:ext cx="2190750" cy="438150"/>
            </a:xfrm>
            <a:prstGeom prst="roundRect">
              <a:avLst>
                <a:gd name="adj" fmla="val 217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609975"/>
              <a:ext cx="16222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5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Amazon, 네이버쇼핑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91100" y="1943100"/>
            <a:ext cx="4229100" cy="2266950"/>
            <a:chOff x="4991100" y="1943100"/>
            <a:chExt cx="4229100" cy="2266950"/>
          </a:xfrm>
        </p:grpSpPr>
        <p:sp>
          <p:nvSpPr>
            <p:cNvPr id="16" name="Rectangle 16"/>
            <p:cNvSpPr/>
            <p:nvPr/>
          </p:nvSpPr>
          <p:spPr>
            <a:xfrm>
              <a:off x="4991100" y="1943100"/>
              <a:ext cx="4229100" cy="2266950"/>
            </a:xfrm>
            <a:prstGeom prst="roundRect">
              <a:avLst>
                <a:gd name="adj" fmla="val 6723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526510" y="2217364"/>
              <a:ext cx="320656" cy="287750"/>
            </a:xfrm>
            <a:custGeom>
              <a:avLst/>
              <a:gdLst/>
              <a:ahLst/>
              <a:cxnLst/>
              <a:rect l="l" t="t" r="r" b="b"/>
              <a:pathLst>
                <a:path w="320656" h="287750">
                  <a:moveTo>
                    <a:pt x="222981" y="12819"/>
                  </a:moveTo>
                  <a:lnTo>
                    <a:pt x="240507" y="65461"/>
                  </a:lnTo>
                  <a:lnTo>
                    <a:pt x="271416" y="65461"/>
                  </a:lnTo>
                  <a:cubicBezTo>
                    <a:pt x="285370" y="65460"/>
                    <a:pt x="298623" y="71580"/>
                    <a:pt x="307672" y="82202"/>
                  </a:cubicBezTo>
                  <a:cubicBezTo>
                    <a:pt x="316721" y="92825"/>
                    <a:pt x="320656" y="106882"/>
                    <a:pt x="318437" y="120659"/>
                  </a:cubicBezTo>
                  <a:lnTo>
                    <a:pt x="298562" y="233863"/>
                  </a:lnTo>
                  <a:cubicBezTo>
                    <a:pt x="293797" y="264845"/>
                    <a:pt x="267138" y="287715"/>
                    <a:pt x="235792" y="287711"/>
                  </a:cubicBezTo>
                  <a:lnTo>
                    <a:pt x="84789" y="287711"/>
                  </a:lnTo>
                  <a:cubicBezTo>
                    <a:pt x="53560" y="287750"/>
                    <a:pt x="26954" y="265043"/>
                    <a:pt x="22082" y="234197"/>
                  </a:cubicBezTo>
                  <a:lnTo>
                    <a:pt x="2112" y="120325"/>
                  </a:lnTo>
                  <a:cubicBezTo>
                    <a:pt x="0" y="106595"/>
                    <a:pt x="3989" y="92627"/>
                    <a:pt x="13032" y="82082"/>
                  </a:cubicBezTo>
                  <a:cubicBezTo>
                    <a:pt x="22076" y="71537"/>
                    <a:pt x="35273" y="65466"/>
                    <a:pt x="49165" y="65461"/>
                  </a:cubicBezTo>
                  <a:lnTo>
                    <a:pt x="80042" y="65461"/>
                  </a:lnTo>
                  <a:lnTo>
                    <a:pt x="97584" y="12819"/>
                  </a:lnTo>
                  <a:cubicBezTo>
                    <a:pt x="100355" y="4499"/>
                    <a:pt x="109346" y="0"/>
                    <a:pt x="117666" y="2771"/>
                  </a:cubicBezTo>
                  <a:cubicBezTo>
                    <a:pt x="125986" y="5541"/>
                    <a:pt x="130485" y="14532"/>
                    <a:pt x="127715" y="22852"/>
                  </a:cubicBezTo>
                  <a:lnTo>
                    <a:pt x="113507" y="65461"/>
                  </a:lnTo>
                  <a:lnTo>
                    <a:pt x="207058" y="65461"/>
                  </a:lnTo>
                  <a:lnTo>
                    <a:pt x="192850" y="22852"/>
                  </a:lnTo>
                  <a:cubicBezTo>
                    <a:pt x="190080" y="14532"/>
                    <a:pt x="194579" y="5541"/>
                    <a:pt x="202899" y="2771"/>
                  </a:cubicBezTo>
                  <a:cubicBezTo>
                    <a:pt x="211219" y="0"/>
                    <a:pt x="220210" y="4499"/>
                    <a:pt x="222981" y="12819"/>
                  </a:cubicBezTo>
                  <a:moveTo>
                    <a:pt x="160290" y="128961"/>
                  </a:moveTo>
                  <a:cubicBezTo>
                    <a:pt x="135072" y="128960"/>
                    <a:pt x="114224" y="148617"/>
                    <a:pt x="112745" y="173792"/>
                  </a:cubicBezTo>
                  <a:lnTo>
                    <a:pt x="112665" y="176586"/>
                  </a:lnTo>
                  <a:cubicBezTo>
                    <a:pt x="112665" y="202889"/>
                    <a:pt x="133988" y="224211"/>
                    <a:pt x="160290" y="224211"/>
                  </a:cubicBezTo>
                  <a:cubicBezTo>
                    <a:pt x="186593" y="224211"/>
                    <a:pt x="207915" y="202889"/>
                    <a:pt x="207915" y="176586"/>
                  </a:cubicBezTo>
                  <a:cubicBezTo>
                    <a:pt x="207915" y="150284"/>
                    <a:pt x="186593" y="128961"/>
                    <a:pt x="160290" y="12896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47894" y="2227898"/>
              <a:ext cx="136736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추천형 커머스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49418" y="2679382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플랫폼이 고객 데이터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49418" y="2965132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기반으로 상품을 추천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257800" y="3486150"/>
              <a:ext cx="2571750" cy="438150"/>
            </a:xfrm>
            <a:prstGeom prst="roundRect">
              <a:avLst>
                <a:gd name="adj" fmla="val 217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02580" y="3609975"/>
              <a:ext cx="1894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5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쿠팡 추천, Amazon 추천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4381500"/>
            <a:ext cx="4229100" cy="2266950"/>
            <a:chOff x="533400" y="4381500"/>
            <a:chExt cx="4229100" cy="2266950"/>
          </a:xfrm>
        </p:grpSpPr>
        <p:sp>
          <p:nvSpPr>
            <p:cNvPr id="24" name="Rectangle 24"/>
            <p:cNvSpPr/>
            <p:nvPr/>
          </p:nvSpPr>
          <p:spPr>
            <a:xfrm>
              <a:off x="533400" y="4381500"/>
              <a:ext cx="4229100" cy="2266950"/>
            </a:xfrm>
            <a:prstGeom prst="roundRect">
              <a:avLst>
                <a:gd name="adj" fmla="val 6723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070350" y="4657725"/>
              <a:ext cx="317501" cy="303194"/>
            </a:xfrm>
            <a:custGeom>
              <a:avLst/>
              <a:gdLst/>
              <a:ahLst/>
              <a:cxnLst/>
              <a:rect l="l" t="t" r="r" b="b"/>
              <a:pathLst>
                <a:path w="317501" h="303194">
                  <a:moveTo>
                    <a:pt x="254001" y="0"/>
                  </a:moveTo>
                  <a:cubicBezTo>
                    <a:pt x="289071" y="0"/>
                    <a:pt x="317501" y="28430"/>
                    <a:pt x="317501" y="63500"/>
                  </a:cubicBezTo>
                  <a:lnTo>
                    <a:pt x="317501" y="190500"/>
                  </a:lnTo>
                  <a:cubicBezTo>
                    <a:pt x="317501" y="225571"/>
                    <a:pt x="289071" y="254001"/>
                    <a:pt x="254001" y="254001"/>
                  </a:cubicBezTo>
                  <a:lnTo>
                    <a:pt x="212948" y="254001"/>
                  </a:lnTo>
                  <a:lnTo>
                    <a:pt x="169974" y="296974"/>
                  </a:lnTo>
                  <a:cubicBezTo>
                    <a:pt x="164318" y="302629"/>
                    <a:pt x="155339" y="303194"/>
                    <a:pt x="149019" y="298292"/>
                  </a:cubicBezTo>
                  <a:lnTo>
                    <a:pt x="147527" y="296974"/>
                  </a:lnTo>
                  <a:lnTo>
                    <a:pt x="104537" y="254001"/>
                  </a:lnTo>
                  <a:lnTo>
                    <a:pt x="63500" y="254001"/>
                  </a:lnTo>
                  <a:cubicBezTo>
                    <a:pt x="29664" y="254001"/>
                    <a:pt x="1771" y="227469"/>
                    <a:pt x="79" y="193675"/>
                  </a:cubicBezTo>
                  <a:lnTo>
                    <a:pt x="0" y="190500"/>
                  </a:ln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  <a:moveTo>
                    <a:pt x="190500" y="142875"/>
                  </a:moveTo>
                  <a:lnTo>
                    <a:pt x="95250" y="142875"/>
                  </a:lnTo>
                  <a:cubicBezTo>
                    <a:pt x="86483" y="142875"/>
                    <a:pt x="79375" y="149983"/>
                    <a:pt x="79375" y="158750"/>
                  </a:cubicBezTo>
                  <a:cubicBezTo>
                    <a:pt x="79375" y="167518"/>
                    <a:pt x="86483" y="174625"/>
                    <a:pt x="95250" y="174625"/>
                  </a:cubicBezTo>
                  <a:lnTo>
                    <a:pt x="190500" y="174625"/>
                  </a:lnTo>
                  <a:cubicBezTo>
                    <a:pt x="199268" y="174625"/>
                    <a:pt x="206375" y="167518"/>
                    <a:pt x="206375" y="158750"/>
                  </a:cubicBezTo>
                  <a:cubicBezTo>
                    <a:pt x="206375" y="149983"/>
                    <a:pt x="199268" y="142875"/>
                    <a:pt x="190500" y="142875"/>
                  </a:cubicBezTo>
                  <a:moveTo>
                    <a:pt x="222250" y="79375"/>
                  </a:moveTo>
                  <a:lnTo>
                    <a:pt x="95250" y="79375"/>
                  </a:lnTo>
                  <a:cubicBezTo>
                    <a:pt x="86483" y="79375"/>
                    <a:pt x="79375" y="86483"/>
                    <a:pt x="79375" y="95250"/>
                  </a:cubicBezTo>
                  <a:cubicBezTo>
                    <a:pt x="79375" y="104018"/>
                    <a:pt x="86483" y="111125"/>
                    <a:pt x="95250" y="111125"/>
                  </a:cubicBezTo>
                  <a:lnTo>
                    <a:pt x="222250" y="111125"/>
                  </a:lnTo>
                  <a:cubicBezTo>
                    <a:pt x="231018" y="111125"/>
                    <a:pt x="238125" y="104018"/>
                    <a:pt x="238125" y="95250"/>
                  </a:cubicBezTo>
                  <a:cubicBezTo>
                    <a:pt x="238125" y="86483"/>
                    <a:pt x="231018" y="79375"/>
                    <a:pt x="222250" y="7937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0194" y="4666298"/>
              <a:ext cx="136736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대화형 커머스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1718" y="5117782"/>
              <a:ext cx="158697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고객이 AI나 챗봇과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1718" y="5403532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대화하며 상품을 탐색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" y="5924550"/>
              <a:ext cx="2857500" cy="438150"/>
            </a:xfrm>
            <a:prstGeom prst="roundRect">
              <a:avLst>
                <a:gd name="adj" fmla="val 21739"/>
              </a:avLst>
            </a:prstGeom>
            <a:solidFill>
              <a:srgbClr val="FCF1D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6048375"/>
              <a:ext cx="21063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5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ChatGPT 쇼핑, AI 쇼핑비서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991100" y="4381500"/>
            <a:ext cx="4229100" cy="2266950"/>
            <a:chOff x="4991100" y="4381500"/>
            <a:chExt cx="4229100" cy="2266950"/>
          </a:xfrm>
        </p:grpSpPr>
        <p:sp>
          <p:nvSpPr>
            <p:cNvPr id="32" name="Rectangle 32"/>
            <p:cNvSpPr/>
            <p:nvPr/>
          </p:nvSpPr>
          <p:spPr>
            <a:xfrm>
              <a:off x="4991100" y="4381500"/>
              <a:ext cx="4229100" cy="2266950"/>
            </a:xfrm>
            <a:prstGeom prst="roundRect">
              <a:avLst>
                <a:gd name="adj" fmla="val 6723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528050" y="4689475"/>
              <a:ext cx="301625" cy="222250"/>
              <a:chOff x="8528050" y="4689475"/>
              <a:chExt cx="301625" cy="2222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734425" y="4730792"/>
                <a:ext cx="95250" cy="14013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130">
                    <a:moveTo>
                      <a:pt x="81233" y="355"/>
                    </a:moveTo>
                    <a:cubicBezTo>
                      <a:pt x="78157" y="0"/>
                      <a:pt x="75045" y="552"/>
                      <a:pt x="72279" y="1943"/>
                    </a:cubicBezTo>
                    <a:lnTo>
                      <a:pt x="0" y="38058"/>
                    </a:lnTo>
                    <a:lnTo>
                      <a:pt x="0" y="101559"/>
                    </a:lnTo>
                    <a:lnTo>
                      <a:pt x="72279" y="137674"/>
                    </a:lnTo>
                    <a:cubicBezTo>
                      <a:pt x="77194" y="140130"/>
                      <a:pt x="83029" y="139870"/>
                      <a:pt x="87706" y="136987"/>
                    </a:cubicBezTo>
                    <a:cubicBezTo>
                      <a:pt x="92383" y="134104"/>
                      <a:pt x="95236" y="129008"/>
                      <a:pt x="95250" y="123514"/>
                    </a:cubicBezTo>
                    <a:lnTo>
                      <a:pt x="95250" y="16103"/>
                    </a:lnTo>
                    <a:cubicBezTo>
                      <a:pt x="95241" y="8061"/>
                      <a:pt x="89219" y="1296"/>
                      <a:pt x="81233" y="3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28050" y="468947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47625" y="0"/>
                    </a:moveTo>
                    <a:cubicBezTo>
                      <a:pt x="21511" y="0"/>
                      <a:pt x="0" y="21511"/>
                      <a:pt x="0" y="47625"/>
                    </a:cubicBezTo>
                    <a:lnTo>
                      <a:pt x="0" y="174625"/>
                    </a:lnTo>
                    <a:cubicBezTo>
                      <a:pt x="0" y="200740"/>
                      <a:pt x="21511" y="222250"/>
                      <a:pt x="47625" y="222250"/>
                    </a:cubicBezTo>
                    <a:lnTo>
                      <a:pt x="174625" y="222250"/>
                    </a:lnTo>
                    <a:cubicBezTo>
                      <a:pt x="200740" y="222250"/>
                      <a:pt x="222250" y="200740"/>
                      <a:pt x="222250" y="174625"/>
                    </a:cubicBezTo>
                    <a:lnTo>
                      <a:pt x="222250" y="47625"/>
                    </a:lnTo>
                    <a:cubicBezTo>
                      <a:pt x="222250" y="21511"/>
                      <a:pt x="200740" y="0"/>
                      <a:pt x="174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247894" y="4666298"/>
              <a:ext cx="158376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콘텐츠형 커머스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49418" y="5117782"/>
              <a:ext cx="203581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숏폼, 라이브, 인플루언서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49418" y="5403532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콘텐츠를 보고 구매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57800" y="5924550"/>
              <a:ext cx="3429000" cy="438150"/>
            </a:xfrm>
            <a:prstGeom prst="roundRect">
              <a:avLst>
                <a:gd name="adj" fmla="val 21739"/>
              </a:avLst>
            </a:prstGeom>
            <a:solidFill>
              <a:srgbClr val="FCF1D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02580" y="6048375"/>
              <a:ext cx="284154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5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TikTok Shop, Instagram Shopping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15 / 41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7304" y="6957060"/>
            <a:ext cx="243656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이커머스에서 글로벌 AI 커머스로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1250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 글로벌 AI 커머스로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31688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검색형·추천형·대화형·콘텐츠형 커머스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2000250"/>
            <a:ext cx="4229100" cy="3143250"/>
            <a:chOff x="533400" y="2000250"/>
            <a:chExt cx="4229100" cy="3143250"/>
          </a:xfrm>
        </p:grpSpPr>
        <p:sp>
          <p:nvSpPr>
            <p:cNvPr id="8" name="Rectangle 8"/>
            <p:cNvSpPr/>
            <p:nvPr/>
          </p:nvSpPr>
          <p:spPr>
            <a:xfrm>
              <a:off x="533400" y="2000250"/>
              <a:ext cx="4229100" cy="314325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2000250"/>
              <a:ext cx="4229100" cy="571500"/>
            </a:xfrm>
            <a:prstGeom prst="roundRect">
              <a:avLst>
                <a:gd name="adj" fmla="val 2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2305050"/>
              <a:ext cx="422910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0194" y="2170748"/>
              <a:ext cx="115095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과거 커머스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956" y="2967990"/>
              <a:ext cx="15436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고객이 "필요해서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0956" y="3329940"/>
              <a:ext cx="15436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검색하는 방식"이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956" y="3691890"/>
              <a:ext cx="59631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강했음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991100" y="2000250"/>
            <a:ext cx="4229100" cy="3143250"/>
            <a:chOff x="4991100" y="2000250"/>
            <a:chExt cx="4229100" cy="3143250"/>
          </a:xfrm>
        </p:grpSpPr>
        <p:sp>
          <p:nvSpPr>
            <p:cNvPr id="16" name="Rectangle 16"/>
            <p:cNvSpPr/>
            <p:nvPr/>
          </p:nvSpPr>
          <p:spPr>
            <a:xfrm>
              <a:off x="4991100" y="2000250"/>
              <a:ext cx="4229100" cy="314325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91100" y="2000250"/>
              <a:ext cx="4229100" cy="571500"/>
            </a:xfrm>
            <a:prstGeom prst="roundRect">
              <a:avLst>
                <a:gd name="adj" fmla="val 26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91100" y="2305050"/>
              <a:ext cx="4229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47894" y="2170748"/>
              <a:ext cx="115095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현재 커머스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49037" y="2823686"/>
              <a:ext cx="2029402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72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고객이 콘텐츠를 보다가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9037" y="3166586"/>
              <a:ext cx="2006960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72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사고, AI의 추천을 받고,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49037" y="3509486"/>
              <a:ext cx="1635063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72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챗봇에게 질문하고,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9037" y="3852386"/>
              <a:ext cx="2090316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72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리뷰 요약을 보고 결정함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5467350"/>
            <a:ext cx="8686800" cy="876300"/>
            <a:chOff x="533400" y="5467350"/>
            <a:chExt cx="8686800" cy="876300"/>
          </a:xfrm>
        </p:grpSpPr>
        <p:sp>
          <p:nvSpPr>
            <p:cNvPr id="25" name="Rectangle 25"/>
            <p:cNvSpPr/>
            <p:nvPr/>
          </p:nvSpPr>
          <p:spPr>
            <a:xfrm>
              <a:off x="533400" y="5467350"/>
              <a:ext cx="8686800" cy="876300"/>
            </a:xfrm>
            <a:prstGeom prst="roundRect">
              <a:avLst>
                <a:gd name="adj" fmla="val 1739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50463" y="5738860"/>
              <a:ext cx="318208" cy="276120"/>
            </a:xfrm>
            <a:custGeom>
              <a:avLst/>
              <a:gdLst/>
              <a:ahLst/>
              <a:cxnLst/>
              <a:rect l="l" t="t" r="r" b="b"/>
              <a:pathLst>
                <a:path w="318208" h="276120">
                  <a:moveTo>
                    <a:pt x="159187" y="0"/>
                  </a:moveTo>
                  <a:cubicBezTo>
                    <a:pt x="172832" y="0"/>
                    <a:pt x="185547" y="6672"/>
                    <a:pt x="193334" y="17817"/>
                  </a:cubicBezTo>
                  <a:lnTo>
                    <a:pt x="194834" y="20103"/>
                  </a:lnTo>
                  <a:lnTo>
                    <a:pt x="310763" y="213670"/>
                  </a:lnTo>
                  <a:cubicBezTo>
                    <a:pt x="317925" y="226073"/>
                    <a:pt x="318208" y="241287"/>
                    <a:pt x="311513" y="253949"/>
                  </a:cubicBezTo>
                  <a:cubicBezTo>
                    <a:pt x="304818" y="266610"/>
                    <a:pt x="292085" y="274941"/>
                    <a:pt x="277802" y="276006"/>
                  </a:cubicBezTo>
                  <a:lnTo>
                    <a:pt x="275016" y="276120"/>
                  </a:lnTo>
                  <a:lnTo>
                    <a:pt x="43201" y="276120"/>
                  </a:lnTo>
                  <a:cubicBezTo>
                    <a:pt x="28904" y="275959"/>
                    <a:pt x="15690" y="268473"/>
                    <a:pt x="8202" y="256293"/>
                  </a:cubicBezTo>
                  <a:cubicBezTo>
                    <a:pt x="714" y="244113"/>
                    <a:pt x="0" y="228942"/>
                    <a:pt x="6311" y="216113"/>
                  </a:cubicBezTo>
                  <a:lnTo>
                    <a:pt x="7725" y="213470"/>
                  </a:lnTo>
                  <a:lnTo>
                    <a:pt x="123597" y="20045"/>
                  </a:lnTo>
                  <a:cubicBezTo>
                    <a:pt x="131142" y="7603"/>
                    <a:pt x="144636" y="3"/>
                    <a:pt x="159187" y="0"/>
                  </a:cubicBezTo>
                  <a:close/>
                  <a:moveTo>
                    <a:pt x="159330" y="190452"/>
                  </a:moveTo>
                  <a:lnTo>
                    <a:pt x="157515" y="190552"/>
                  </a:lnTo>
                  <a:cubicBezTo>
                    <a:pt x="150328" y="191407"/>
                    <a:pt x="144915" y="197502"/>
                    <a:pt x="144915" y="204740"/>
                  </a:cubicBezTo>
                  <a:cubicBezTo>
                    <a:pt x="144915" y="211978"/>
                    <a:pt x="150328" y="218072"/>
                    <a:pt x="157515" y="218927"/>
                  </a:cubicBezTo>
                  <a:lnTo>
                    <a:pt x="159187" y="219027"/>
                  </a:lnTo>
                  <a:lnTo>
                    <a:pt x="161002" y="218927"/>
                  </a:lnTo>
                  <a:cubicBezTo>
                    <a:pt x="168189" y="218072"/>
                    <a:pt x="173601" y="211978"/>
                    <a:pt x="173601" y="204740"/>
                  </a:cubicBezTo>
                  <a:cubicBezTo>
                    <a:pt x="173601" y="197502"/>
                    <a:pt x="168189" y="191407"/>
                    <a:pt x="161002" y="190552"/>
                  </a:cubicBezTo>
                  <a:lnTo>
                    <a:pt x="159330" y="190452"/>
                  </a:lnTo>
                  <a:close/>
                  <a:moveTo>
                    <a:pt x="159187" y="90440"/>
                  </a:moveTo>
                  <a:cubicBezTo>
                    <a:pt x="151944" y="90441"/>
                    <a:pt x="145847" y="95862"/>
                    <a:pt x="145000" y="103056"/>
                  </a:cubicBezTo>
                  <a:lnTo>
                    <a:pt x="144900" y="104727"/>
                  </a:lnTo>
                  <a:lnTo>
                    <a:pt x="144900" y="161877"/>
                  </a:lnTo>
                  <a:lnTo>
                    <a:pt x="145000" y="163549"/>
                  </a:lnTo>
                  <a:cubicBezTo>
                    <a:pt x="145854" y="170736"/>
                    <a:pt x="151949" y="176149"/>
                    <a:pt x="159187" y="176149"/>
                  </a:cubicBezTo>
                  <a:cubicBezTo>
                    <a:pt x="166425" y="176149"/>
                    <a:pt x="172520" y="170736"/>
                    <a:pt x="173375" y="163549"/>
                  </a:cubicBezTo>
                  <a:lnTo>
                    <a:pt x="173475" y="161877"/>
                  </a:lnTo>
                  <a:lnTo>
                    <a:pt x="173475" y="104727"/>
                  </a:lnTo>
                  <a:lnTo>
                    <a:pt x="173375" y="103056"/>
                  </a:lnTo>
                  <a:cubicBezTo>
                    <a:pt x="172527" y="95862"/>
                    <a:pt x="166430" y="90441"/>
                    <a:pt x="159187" y="904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22832" y="5793105"/>
              <a:ext cx="3928961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rgbClr val="FDF6F4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판매자는 이제 상품만 잘 올리면 안 됨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16 / 41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7304" y="6957060"/>
            <a:ext cx="243656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이커머스에서 글로벌 AI 커머스로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1250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이커머스에서 글로벌 AI 커머스로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31688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검색형·추천형·대화형·콘텐츠형 커머스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3725" y="2021205"/>
            <a:ext cx="3224940" cy="323165"/>
            <a:chOff x="593725" y="2021205"/>
            <a:chExt cx="3224940" cy="323165"/>
          </a:xfrm>
        </p:grpSpPr>
        <p:sp>
          <p:nvSpPr>
            <p:cNvPr id="8" name="Freeform 8"/>
            <p:cNvSpPr/>
            <p:nvPr/>
          </p:nvSpPr>
          <p:spPr>
            <a:xfrm>
              <a:off x="593725" y="2022475"/>
              <a:ext cx="245975" cy="271462"/>
            </a:xfrm>
            <a:custGeom>
              <a:avLst/>
              <a:gdLst/>
              <a:ahLst/>
              <a:cxnLst/>
              <a:rect l="l" t="t" r="r" b="b"/>
              <a:pathLst>
                <a:path w="245975" h="271462">
                  <a:moveTo>
                    <a:pt x="226218" y="0"/>
                  </a:moveTo>
                  <a:cubicBezTo>
                    <a:pt x="239067" y="0"/>
                    <a:pt x="245779" y="14870"/>
                    <a:pt x="238027" y="24477"/>
                  </a:cubicBezTo>
                  <a:lnTo>
                    <a:pt x="236881" y="25744"/>
                  </a:lnTo>
                  <a:lnTo>
                    <a:pt x="179693" y="82947"/>
                  </a:lnTo>
                  <a:lnTo>
                    <a:pt x="236881" y="140150"/>
                  </a:lnTo>
                  <a:cubicBezTo>
                    <a:pt x="245975" y="149229"/>
                    <a:pt x="240199" y="164491"/>
                    <a:pt x="227938" y="165803"/>
                  </a:cubicBezTo>
                  <a:lnTo>
                    <a:pt x="226218" y="165893"/>
                  </a:lnTo>
                  <a:lnTo>
                    <a:pt x="30162" y="165893"/>
                  </a:lnTo>
                  <a:lnTo>
                    <a:pt x="30162" y="256381"/>
                  </a:lnTo>
                  <a:cubicBezTo>
                    <a:pt x="30161" y="264027"/>
                    <a:pt x="24439" y="270462"/>
                    <a:pt x="16846" y="271356"/>
                  </a:cubicBezTo>
                  <a:lnTo>
                    <a:pt x="15081" y="271462"/>
                  </a:lnTo>
                  <a:cubicBezTo>
                    <a:pt x="7435" y="271461"/>
                    <a:pt x="1000" y="265738"/>
                    <a:pt x="106" y="258145"/>
                  </a:cubicBezTo>
                  <a:lnTo>
                    <a:pt x="0" y="256381"/>
                  </a:lnTo>
                  <a:lnTo>
                    <a:pt x="0" y="15081"/>
                  </a:lnTo>
                  <a:cubicBezTo>
                    <a:pt x="1" y="7435"/>
                    <a:pt x="5723" y="1000"/>
                    <a:pt x="13317" y="106"/>
                  </a:cubicBezTo>
                  <a:lnTo>
                    <a:pt x="15081" y="0"/>
                  </a:lnTo>
                  <a:lnTo>
                    <a:pt x="2262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8982" y="2021205"/>
              <a:ext cx="281968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출발점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2667000"/>
            <a:ext cx="4229100" cy="1752600"/>
            <a:chOff x="533400" y="2667000"/>
            <a:chExt cx="4229100" cy="1752600"/>
          </a:xfrm>
        </p:grpSpPr>
        <p:sp>
          <p:nvSpPr>
            <p:cNvPr id="11" name="Rectangle 11"/>
            <p:cNvSpPr/>
            <p:nvPr/>
          </p:nvSpPr>
          <p:spPr>
            <a:xfrm>
              <a:off x="533400" y="2667000"/>
              <a:ext cx="4229100" cy="17526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28956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53484" y="3004329"/>
              <a:ext cx="265207" cy="267012"/>
            </a:xfrm>
            <a:custGeom>
              <a:avLst/>
              <a:gdLst/>
              <a:ahLst/>
              <a:cxnLst/>
              <a:rect l="l" t="t" r="r" b="b"/>
              <a:pathLst>
                <a:path w="265207" h="267012">
                  <a:moveTo>
                    <a:pt x="162515" y="25536"/>
                  </a:moveTo>
                  <a:cubicBezTo>
                    <a:pt x="187942" y="40213"/>
                    <a:pt x="205776" y="65171"/>
                    <a:pt x="211424" y="93981"/>
                  </a:cubicBezTo>
                  <a:cubicBezTo>
                    <a:pt x="217072" y="122791"/>
                    <a:pt x="209982" y="152636"/>
                    <a:pt x="191979" y="175827"/>
                  </a:cubicBezTo>
                  <a:lnTo>
                    <a:pt x="260394" y="244242"/>
                  </a:lnTo>
                  <a:cubicBezTo>
                    <a:pt x="265207" y="249225"/>
                    <a:pt x="265138" y="257146"/>
                    <a:pt x="260239" y="262045"/>
                  </a:cubicBezTo>
                  <a:cubicBezTo>
                    <a:pt x="255341" y="266944"/>
                    <a:pt x="247419" y="267012"/>
                    <a:pt x="242436" y="262199"/>
                  </a:cubicBezTo>
                  <a:lnTo>
                    <a:pt x="174009" y="193785"/>
                  </a:lnTo>
                  <a:cubicBezTo>
                    <a:pt x="133673" y="225083"/>
                    <a:pt x="76376" y="221588"/>
                    <a:pt x="40144" y="185618"/>
                  </a:cubicBezTo>
                  <a:cubicBezTo>
                    <a:pt x="3912" y="149649"/>
                    <a:pt x="0" y="92378"/>
                    <a:pt x="31004" y="51816"/>
                  </a:cubicBezTo>
                  <a:cubicBezTo>
                    <a:pt x="62009" y="11254"/>
                    <a:pt x="118299" y="0"/>
                    <a:pt x="162515" y="2552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38656" y="3044190"/>
              <a:ext cx="15196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검색에 잘 걸리게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056" y="3768090"/>
              <a:ext cx="658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해야 함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91100" y="2667000"/>
            <a:ext cx="4229100" cy="1752600"/>
            <a:chOff x="4991100" y="2667000"/>
            <a:chExt cx="4229100" cy="1752600"/>
          </a:xfrm>
        </p:grpSpPr>
        <p:sp>
          <p:nvSpPr>
            <p:cNvPr id="17" name="Rectangle 17"/>
            <p:cNvSpPr/>
            <p:nvPr/>
          </p:nvSpPr>
          <p:spPr>
            <a:xfrm>
              <a:off x="4991100" y="2667000"/>
              <a:ext cx="4229100" cy="17526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200650" y="28956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320068" y="3027381"/>
              <a:ext cx="256524" cy="230199"/>
            </a:xfrm>
            <a:custGeom>
              <a:avLst/>
              <a:gdLst/>
              <a:ahLst/>
              <a:cxnLst/>
              <a:rect l="l" t="t" r="r" b="b"/>
              <a:pathLst>
                <a:path w="256524" h="230199">
                  <a:moveTo>
                    <a:pt x="178384" y="10256"/>
                  </a:moveTo>
                  <a:lnTo>
                    <a:pt x="192405" y="52369"/>
                  </a:lnTo>
                  <a:lnTo>
                    <a:pt x="217132" y="52369"/>
                  </a:lnTo>
                  <a:cubicBezTo>
                    <a:pt x="228295" y="52368"/>
                    <a:pt x="238897" y="57263"/>
                    <a:pt x="246136" y="65761"/>
                  </a:cubicBezTo>
                  <a:cubicBezTo>
                    <a:pt x="253376" y="74259"/>
                    <a:pt x="256524" y="85505"/>
                    <a:pt x="254749" y="96526"/>
                  </a:cubicBezTo>
                  <a:lnTo>
                    <a:pt x="238848" y="187090"/>
                  </a:lnTo>
                  <a:cubicBezTo>
                    <a:pt x="235037" y="211875"/>
                    <a:pt x="213710" y="230171"/>
                    <a:pt x="188633" y="230168"/>
                  </a:cubicBezTo>
                  <a:lnTo>
                    <a:pt x="67831" y="230168"/>
                  </a:lnTo>
                  <a:cubicBezTo>
                    <a:pt x="42848" y="230199"/>
                    <a:pt x="21563" y="212034"/>
                    <a:pt x="17666" y="187357"/>
                  </a:cubicBezTo>
                  <a:lnTo>
                    <a:pt x="1689" y="96260"/>
                  </a:lnTo>
                  <a:cubicBezTo>
                    <a:pt x="0" y="85275"/>
                    <a:pt x="3191" y="74101"/>
                    <a:pt x="10426" y="65665"/>
                  </a:cubicBezTo>
                  <a:cubicBezTo>
                    <a:pt x="17661" y="57229"/>
                    <a:pt x="28219" y="52373"/>
                    <a:pt x="39332" y="52369"/>
                  </a:cubicBezTo>
                  <a:lnTo>
                    <a:pt x="64033" y="52369"/>
                  </a:lnTo>
                  <a:lnTo>
                    <a:pt x="78067" y="10256"/>
                  </a:lnTo>
                  <a:cubicBezTo>
                    <a:pt x="80283" y="3599"/>
                    <a:pt x="87476" y="0"/>
                    <a:pt x="94132" y="2216"/>
                  </a:cubicBezTo>
                  <a:cubicBezTo>
                    <a:pt x="100789" y="4433"/>
                    <a:pt x="104388" y="11626"/>
                    <a:pt x="102171" y="18282"/>
                  </a:cubicBezTo>
                  <a:lnTo>
                    <a:pt x="90805" y="52369"/>
                  </a:lnTo>
                  <a:lnTo>
                    <a:pt x="165646" y="52369"/>
                  </a:lnTo>
                  <a:lnTo>
                    <a:pt x="154279" y="18282"/>
                  </a:lnTo>
                  <a:cubicBezTo>
                    <a:pt x="152063" y="11626"/>
                    <a:pt x="155662" y="4433"/>
                    <a:pt x="162318" y="2216"/>
                  </a:cubicBezTo>
                  <a:cubicBezTo>
                    <a:pt x="168975" y="0"/>
                    <a:pt x="176167" y="3599"/>
                    <a:pt x="178384" y="10256"/>
                  </a:cubicBezTo>
                  <a:moveTo>
                    <a:pt x="128232" y="103168"/>
                  </a:moveTo>
                  <a:cubicBezTo>
                    <a:pt x="108057" y="103167"/>
                    <a:pt x="91379" y="118893"/>
                    <a:pt x="90195" y="139033"/>
                  </a:cubicBezTo>
                  <a:lnTo>
                    <a:pt x="90132" y="141268"/>
                  </a:lnTo>
                  <a:cubicBezTo>
                    <a:pt x="90132" y="162310"/>
                    <a:pt x="107190" y="179368"/>
                    <a:pt x="128232" y="179368"/>
                  </a:cubicBezTo>
                  <a:cubicBezTo>
                    <a:pt x="149274" y="179368"/>
                    <a:pt x="166332" y="162310"/>
                    <a:pt x="166332" y="141268"/>
                  </a:cubicBezTo>
                  <a:cubicBezTo>
                    <a:pt x="166332" y="120226"/>
                    <a:pt x="149274" y="103168"/>
                    <a:pt x="128232" y="10316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6356" y="3044190"/>
              <a:ext cx="17184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추천될 만한 정보가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86756" y="3768090"/>
              <a:ext cx="8576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있어야 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4648200"/>
            <a:ext cx="4229100" cy="1752600"/>
            <a:chOff x="533400" y="4648200"/>
            <a:chExt cx="4229100" cy="1752600"/>
          </a:xfrm>
        </p:grpSpPr>
        <p:sp>
          <p:nvSpPr>
            <p:cNvPr id="23" name="Rectangle 23"/>
            <p:cNvSpPr/>
            <p:nvPr/>
          </p:nvSpPr>
          <p:spPr>
            <a:xfrm>
              <a:off x="533400" y="4648200"/>
              <a:ext cx="4229100" cy="17526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42950" y="48768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63600" y="5035550"/>
              <a:ext cx="241300" cy="177800"/>
              <a:chOff x="863600" y="5035550"/>
              <a:chExt cx="241300" cy="177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028700" y="5068603"/>
                <a:ext cx="76200" cy="11210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104">
                    <a:moveTo>
                      <a:pt x="64986" y="284"/>
                    </a:moveTo>
                    <a:cubicBezTo>
                      <a:pt x="62525" y="0"/>
                      <a:pt x="60036" y="441"/>
                      <a:pt x="57823" y="1554"/>
                    </a:cubicBezTo>
                    <a:lnTo>
                      <a:pt x="0" y="30447"/>
                    </a:lnTo>
                    <a:lnTo>
                      <a:pt x="0" y="81246"/>
                    </a:lnTo>
                    <a:lnTo>
                      <a:pt x="57823" y="110139"/>
                    </a:lnTo>
                    <a:cubicBezTo>
                      <a:pt x="61755" y="112104"/>
                      <a:pt x="66423" y="111896"/>
                      <a:pt x="70164" y="109589"/>
                    </a:cubicBezTo>
                    <a:cubicBezTo>
                      <a:pt x="73906" y="107283"/>
                      <a:pt x="76189" y="103206"/>
                      <a:pt x="76200" y="98811"/>
                    </a:cubicBezTo>
                    <a:lnTo>
                      <a:pt x="76200" y="12883"/>
                    </a:lnTo>
                    <a:cubicBezTo>
                      <a:pt x="76193" y="6449"/>
                      <a:pt x="71375" y="1037"/>
                      <a:pt x="64986" y="2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63600" y="503555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38100" y="0"/>
                    </a:moveTo>
                    <a:cubicBezTo>
                      <a:pt x="17208" y="0"/>
                      <a:pt x="0" y="17208"/>
                      <a:pt x="0" y="38100"/>
                    </a:cubicBezTo>
                    <a:lnTo>
                      <a:pt x="0" y="139700"/>
                    </a:lnTo>
                    <a:cubicBezTo>
                      <a:pt x="0" y="160591"/>
                      <a:pt x="17208" y="177800"/>
                      <a:pt x="38100" y="177800"/>
                    </a:cubicBezTo>
                    <a:lnTo>
                      <a:pt x="139700" y="177800"/>
                    </a:lnTo>
                    <a:cubicBezTo>
                      <a:pt x="160591" y="177800"/>
                      <a:pt x="177800" y="160591"/>
                      <a:pt x="177800" y="139700"/>
                    </a:cubicBezTo>
                    <a:lnTo>
                      <a:pt x="177800" y="38100"/>
                    </a:lnTo>
                    <a:cubicBezTo>
                      <a:pt x="177800" y="17208"/>
                      <a:pt x="160591" y="0"/>
                      <a:pt x="1397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438656" y="5025390"/>
              <a:ext cx="17184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콘텐츠로 보여줄 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056" y="5749290"/>
              <a:ext cx="8576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있어야 함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991100" y="4648200"/>
            <a:ext cx="4229100" cy="1752600"/>
            <a:chOff x="4991100" y="4648200"/>
            <a:chExt cx="4229100" cy="1752600"/>
          </a:xfrm>
        </p:grpSpPr>
        <p:sp>
          <p:nvSpPr>
            <p:cNvPr id="31" name="Rectangle 31"/>
            <p:cNvSpPr/>
            <p:nvPr/>
          </p:nvSpPr>
          <p:spPr>
            <a:xfrm>
              <a:off x="4991100" y="4648200"/>
              <a:ext cx="4229100" cy="17526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200650" y="48768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317071" y="5005921"/>
              <a:ext cx="249758" cy="237057"/>
              <a:chOff x="5317071" y="5005921"/>
              <a:chExt cx="249758" cy="23705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486400" y="5158320"/>
                <a:ext cx="80429" cy="84658"/>
              </a:xfrm>
              <a:custGeom>
                <a:avLst/>
                <a:gdLst/>
                <a:ahLst/>
                <a:cxnLst/>
                <a:rect l="l" t="t" r="r" b="b"/>
                <a:pathLst>
                  <a:path w="80429" h="84658">
                    <a:moveTo>
                      <a:pt x="12700" y="55029"/>
                    </a:moveTo>
                    <a:cubicBezTo>
                      <a:pt x="5686" y="55029"/>
                      <a:pt x="0" y="49343"/>
                      <a:pt x="0" y="42329"/>
                    </a:cubicBezTo>
                    <a:cubicBezTo>
                      <a:pt x="0" y="35315"/>
                      <a:pt x="5686" y="29629"/>
                      <a:pt x="12700" y="29629"/>
                    </a:cubicBezTo>
                    <a:cubicBezTo>
                      <a:pt x="19714" y="29629"/>
                      <a:pt x="25400" y="23943"/>
                      <a:pt x="25400" y="16929"/>
                    </a:cubicBezTo>
                    <a:cubicBezTo>
                      <a:pt x="25400" y="0"/>
                      <a:pt x="50800" y="0"/>
                      <a:pt x="50800" y="16929"/>
                    </a:cubicBezTo>
                    <a:cubicBezTo>
                      <a:pt x="50800" y="23943"/>
                      <a:pt x="56486" y="29629"/>
                      <a:pt x="63500" y="29629"/>
                    </a:cubicBezTo>
                    <a:cubicBezTo>
                      <a:pt x="80429" y="29629"/>
                      <a:pt x="80429" y="55029"/>
                      <a:pt x="63500" y="55029"/>
                    </a:cubicBezTo>
                    <a:cubicBezTo>
                      <a:pt x="56486" y="55029"/>
                      <a:pt x="50800" y="60715"/>
                      <a:pt x="50800" y="67729"/>
                    </a:cubicBezTo>
                    <a:cubicBezTo>
                      <a:pt x="50800" y="84658"/>
                      <a:pt x="25400" y="84658"/>
                      <a:pt x="25400" y="67729"/>
                    </a:cubicBezTo>
                    <a:cubicBezTo>
                      <a:pt x="25400" y="60715"/>
                      <a:pt x="19714" y="55029"/>
                      <a:pt x="12700" y="550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17071" y="5031321"/>
                <a:ext cx="186258" cy="182029"/>
              </a:xfrm>
              <a:custGeom>
                <a:avLst/>
                <a:gdLst/>
                <a:ahLst/>
                <a:cxnLst/>
                <a:rect l="l" t="t" r="r" b="b"/>
                <a:pathLst>
                  <a:path w="186258" h="182029">
                    <a:moveTo>
                      <a:pt x="16929" y="80429"/>
                    </a:moveTo>
                    <a:cubicBezTo>
                      <a:pt x="51999" y="80429"/>
                      <a:pt x="80429" y="51999"/>
                      <a:pt x="80429" y="16929"/>
                    </a:cubicBezTo>
                    <a:cubicBezTo>
                      <a:pt x="80429" y="0"/>
                      <a:pt x="105829" y="0"/>
                      <a:pt x="105829" y="16929"/>
                    </a:cubicBezTo>
                    <a:cubicBezTo>
                      <a:pt x="105829" y="51999"/>
                      <a:pt x="134259" y="80429"/>
                      <a:pt x="169329" y="80429"/>
                    </a:cubicBezTo>
                    <a:cubicBezTo>
                      <a:pt x="186258" y="80429"/>
                      <a:pt x="186258" y="105829"/>
                      <a:pt x="169329" y="105829"/>
                    </a:cubicBezTo>
                    <a:cubicBezTo>
                      <a:pt x="134259" y="105829"/>
                      <a:pt x="105829" y="134259"/>
                      <a:pt x="105829" y="169329"/>
                    </a:cubicBezTo>
                    <a:cubicBezTo>
                      <a:pt x="105829" y="176343"/>
                      <a:pt x="100143" y="182029"/>
                      <a:pt x="93129" y="182029"/>
                    </a:cubicBezTo>
                    <a:cubicBezTo>
                      <a:pt x="86115" y="182029"/>
                      <a:pt x="80429" y="176343"/>
                      <a:pt x="80429" y="169329"/>
                    </a:cubicBezTo>
                    <a:cubicBezTo>
                      <a:pt x="80429" y="134259"/>
                      <a:pt x="51999" y="105829"/>
                      <a:pt x="16929" y="105829"/>
                    </a:cubicBezTo>
                    <a:cubicBezTo>
                      <a:pt x="0" y="105829"/>
                      <a:pt x="0" y="80429"/>
                      <a:pt x="16929" y="804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486400" y="5005921"/>
                <a:ext cx="80429" cy="84658"/>
              </a:xfrm>
              <a:custGeom>
                <a:avLst/>
                <a:gdLst/>
                <a:ahLst/>
                <a:cxnLst/>
                <a:rect l="l" t="t" r="r" b="b"/>
                <a:pathLst>
                  <a:path w="80429" h="84658">
                    <a:moveTo>
                      <a:pt x="12700" y="55029"/>
                    </a:moveTo>
                    <a:cubicBezTo>
                      <a:pt x="5686" y="55029"/>
                      <a:pt x="0" y="49343"/>
                      <a:pt x="0" y="42329"/>
                    </a:cubicBezTo>
                    <a:cubicBezTo>
                      <a:pt x="0" y="35315"/>
                      <a:pt x="5686" y="29629"/>
                      <a:pt x="12700" y="29629"/>
                    </a:cubicBezTo>
                    <a:cubicBezTo>
                      <a:pt x="19714" y="29629"/>
                      <a:pt x="25400" y="23943"/>
                      <a:pt x="25400" y="16929"/>
                    </a:cubicBezTo>
                    <a:cubicBezTo>
                      <a:pt x="25400" y="0"/>
                      <a:pt x="50800" y="0"/>
                      <a:pt x="50800" y="16929"/>
                    </a:cubicBezTo>
                    <a:cubicBezTo>
                      <a:pt x="50800" y="23943"/>
                      <a:pt x="56486" y="29629"/>
                      <a:pt x="63500" y="29629"/>
                    </a:cubicBezTo>
                    <a:cubicBezTo>
                      <a:pt x="80429" y="29629"/>
                      <a:pt x="80429" y="55029"/>
                      <a:pt x="63500" y="55029"/>
                    </a:cubicBezTo>
                    <a:cubicBezTo>
                      <a:pt x="56486" y="55029"/>
                      <a:pt x="50800" y="60715"/>
                      <a:pt x="50800" y="67729"/>
                    </a:cubicBezTo>
                    <a:cubicBezTo>
                      <a:pt x="50800" y="84658"/>
                      <a:pt x="25400" y="84658"/>
                      <a:pt x="25400" y="67729"/>
                    </a:cubicBezTo>
                    <a:cubicBezTo>
                      <a:pt x="25400" y="60715"/>
                      <a:pt x="19714" y="55029"/>
                      <a:pt x="12700" y="550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5896356" y="5025390"/>
              <a:ext cx="17552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AI가 이해하기 쉬운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86756" y="5749290"/>
              <a:ext cx="211275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상품정보를 만들어야 함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17 / 41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27304" y="6957060"/>
            <a:ext cx="243656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글로벌 이커머스에서 글로벌 AI 커머스로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" cy="73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394177" y="1066800"/>
            <a:ext cx="2654573" cy="2769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8000" b="1" dirty="0">
                <a:solidFill>
                  <a:srgbClr val="F1E2DB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8200" y="2438400"/>
            <a:ext cx="5049273" cy="2781300"/>
            <a:chOff x="838200" y="2438400"/>
            <a:chExt cx="5049273" cy="2781300"/>
          </a:xfrm>
        </p:grpSpPr>
        <p:sp>
          <p:nvSpPr>
            <p:cNvPr id="4" name="Ellipse 4"/>
            <p:cNvSpPr/>
            <p:nvPr/>
          </p:nvSpPr>
          <p:spPr>
            <a:xfrm>
              <a:off x="838200" y="243840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050925" y="2651125"/>
              <a:ext cx="412750" cy="412750"/>
              <a:chOff x="1050925" y="2651125"/>
              <a:chExt cx="412750" cy="4127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050925" y="28987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55040"/>
                    </a:moveTo>
                    <a:cubicBezTo>
                      <a:pt x="0" y="24642"/>
                      <a:pt x="24642" y="0"/>
                      <a:pt x="55040" y="0"/>
                    </a:cubicBezTo>
                    <a:lnTo>
                      <a:pt x="110060" y="0"/>
                    </a:lnTo>
                    <a:cubicBezTo>
                      <a:pt x="140458" y="0"/>
                      <a:pt x="165100" y="24642"/>
                      <a:pt x="165100" y="55040"/>
                    </a:cubicBezTo>
                    <a:lnTo>
                      <a:pt x="165100" y="110060"/>
                    </a:lnTo>
                    <a:cubicBezTo>
                      <a:pt x="165100" y="140458"/>
                      <a:pt x="140458" y="165100"/>
                      <a:pt x="110060" y="165100"/>
                    </a:cubicBezTo>
                    <a:lnTo>
                      <a:pt x="55040" y="165100"/>
                    </a:lnTo>
                    <a:cubicBezTo>
                      <a:pt x="40443" y="165100"/>
                      <a:pt x="26443" y="159301"/>
                      <a:pt x="16121" y="148979"/>
                    </a:cubicBezTo>
                    <a:cubicBezTo>
                      <a:pt x="5799" y="138657"/>
                      <a:pt x="0" y="124658"/>
                      <a:pt x="0" y="1100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298575" y="28987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55040"/>
                    </a:moveTo>
                    <a:cubicBezTo>
                      <a:pt x="0" y="40443"/>
                      <a:pt x="5799" y="26443"/>
                      <a:pt x="16121" y="16121"/>
                    </a:cubicBezTo>
                    <a:cubicBezTo>
                      <a:pt x="26443" y="5799"/>
                      <a:pt x="40443" y="0"/>
                      <a:pt x="55040" y="0"/>
                    </a:cubicBezTo>
                    <a:lnTo>
                      <a:pt x="110060" y="0"/>
                    </a:lnTo>
                    <a:cubicBezTo>
                      <a:pt x="140458" y="0"/>
                      <a:pt x="165100" y="24642"/>
                      <a:pt x="165100" y="55040"/>
                    </a:cubicBezTo>
                    <a:lnTo>
                      <a:pt x="165100" y="110060"/>
                    </a:lnTo>
                    <a:cubicBezTo>
                      <a:pt x="165100" y="140458"/>
                      <a:pt x="140458" y="165100"/>
                      <a:pt x="110060" y="165100"/>
                    </a:cubicBezTo>
                    <a:lnTo>
                      <a:pt x="55040" y="165100"/>
                    </a:lnTo>
                    <a:cubicBezTo>
                      <a:pt x="40443" y="165100"/>
                      <a:pt x="26443" y="159301"/>
                      <a:pt x="16121" y="148979"/>
                    </a:cubicBezTo>
                    <a:cubicBezTo>
                      <a:pt x="5799" y="138657"/>
                      <a:pt x="0" y="124658"/>
                      <a:pt x="0" y="1100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74750" y="265112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55040"/>
                    </a:moveTo>
                    <a:cubicBezTo>
                      <a:pt x="0" y="24642"/>
                      <a:pt x="24642" y="0"/>
                      <a:pt x="55040" y="0"/>
                    </a:cubicBezTo>
                    <a:lnTo>
                      <a:pt x="110060" y="0"/>
                    </a:lnTo>
                    <a:cubicBezTo>
                      <a:pt x="140458" y="0"/>
                      <a:pt x="165100" y="24642"/>
                      <a:pt x="165100" y="55040"/>
                    </a:cubicBezTo>
                    <a:lnTo>
                      <a:pt x="165100" y="110060"/>
                    </a:lnTo>
                    <a:cubicBezTo>
                      <a:pt x="165100" y="140458"/>
                      <a:pt x="140458" y="165100"/>
                      <a:pt x="110060" y="165100"/>
                    </a:cubicBezTo>
                    <a:lnTo>
                      <a:pt x="55040" y="165100"/>
                    </a:lnTo>
                    <a:cubicBezTo>
                      <a:pt x="24642" y="165100"/>
                      <a:pt x="0" y="140458"/>
                      <a:pt x="0" y="1100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12838" y="2774950"/>
                <a:ext cx="2889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165100">
                    <a:moveTo>
                      <a:pt x="144463" y="0"/>
                    </a:moveTo>
                    <a:cubicBezTo>
                      <a:pt x="133065" y="0"/>
                      <a:pt x="123825" y="9240"/>
                      <a:pt x="123825" y="20638"/>
                    </a:cubicBezTo>
                    <a:lnTo>
                      <a:pt x="123825" y="61913"/>
                    </a:lnTo>
                    <a:lnTo>
                      <a:pt x="61913" y="61913"/>
                    </a:lnTo>
                    <a:cubicBezTo>
                      <a:pt x="27964" y="61913"/>
                      <a:pt x="0" y="89876"/>
                      <a:pt x="0" y="123825"/>
                    </a:cubicBezTo>
                    <a:lnTo>
                      <a:pt x="0" y="144463"/>
                    </a:lnTo>
                    <a:cubicBezTo>
                      <a:pt x="0" y="155861"/>
                      <a:pt x="9240" y="165100"/>
                      <a:pt x="20638" y="165100"/>
                    </a:cubicBezTo>
                    <a:cubicBezTo>
                      <a:pt x="32035" y="165100"/>
                      <a:pt x="41275" y="155861"/>
                      <a:pt x="41275" y="144463"/>
                    </a:cubicBezTo>
                    <a:lnTo>
                      <a:pt x="41275" y="123825"/>
                    </a:lnTo>
                    <a:cubicBezTo>
                      <a:pt x="41275" y="112186"/>
                      <a:pt x="50273" y="103188"/>
                      <a:pt x="61913" y="103188"/>
                    </a:cubicBezTo>
                    <a:lnTo>
                      <a:pt x="227013" y="103188"/>
                    </a:lnTo>
                    <a:cubicBezTo>
                      <a:pt x="238652" y="103188"/>
                      <a:pt x="247650" y="112186"/>
                      <a:pt x="247650" y="123825"/>
                    </a:cubicBezTo>
                    <a:lnTo>
                      <a:pt x="247650" y="144463"/>
                    </a:lnTo>
                    <a:cubicBezTo>
                      <a:pt x="247650" y="155861"/>
                      <a:pt x="256890" y="165100"/>
                      <a:pt x="268288" y="165100"/>
                    </a:cubicBezTo>
                    <a:cubicBezTo>
                      <a:pt x="279686" y="165100"/>
                      <a:pt x="288925" y="155861"/>
                      <a:pt x="288925" y="144463"/>
                    </a:cubicBezTo>
                    <a:lnTo>
                      <a:pt x="288925" y="123825"/>
                    </a:lnTo>
                    <a:cubicBezTo>
                      <a:pt x="288925" y="89876"/>
                      <a:pt x="260962" y="61913"/>
                      <a:pt x="227013" y="61913"/>
                    </a:cubicBezTo>
                    <a:lnTo>
                      <a:pt x="165100" y="61913"/>
                    </a:lnTo>
                    <a:lnTo>
                      <a:pt x="165100" y="20638"/>
                    </a:lnTo>
                    <a:cubicBezTo>
                      <a:pt x="165100" y="9240"/>
                      <a:pt x="155861" y="0"/>
                      <a:pt x="1444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857250" y="3623310"/>
              <a:ext cx="503022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 가치사슬을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7250" y="4309110"/>
              <a:ext cx="363881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어떻게 바꾸는가?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95350" y="5105400"/>
              <a:ext cx="14287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18 / 41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753600" cy="1000125"/>
            <a:chOff x="0" y="0"/>
            <a:chExt cx="9753600" cy="100012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933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 가치사슬을 어떻게 바꾸는가?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0832" y="2173605"/>
            <a:ext cx="5482270" cy="780365"/>
            <a:chOff x="560832" y="2173605"/>
            <a:chExt cx="5482270" cy="780365"/>
          </a:xfrm>
        </p:grpSpPr>
        <p:sp>
          <p:nvSpPr>
            <p:cNvPr id="6" name="TextBox 6"/>
            <p:cNvSpPr txBox="1"/>
            <p:nvPr/>
          </p:nvSpPr>
          <p:spPr>
            <a:xfrm>
              <a:off x="560832" y="2173605"/>
              <a:ext cx="500297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커머스의 특정 한 부분만 바꾸는 것이 아닌,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0832" y="2630805"/>
              <a:ext cx="548227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상품기획부터 고객관리까지 전체 흐름을 바꾸고 있음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6855" y="4110990"/>
            <a:ext cx="8719889" cy="1051560"/>
            <a:chOff x="516855" y="4110990"/>
            <a:chExt cx="8719889" cy="1051560"/>
          </a:xfrm>
        </p:grpSpPr>
        <p:sp>
          <p:nvSpPr>
            <p:cNvPr id="9" name="Rectangle 9"/>
            <p:cNvSpPr/>
            <p:nvPr/>
          </p:nvSpPr>
          <p:spPr>
            <a:xfrm>
              <a:off x="914400" y="4476750"/>
              <a:ext cx="7924800" cy="685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2228850" y="44767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28575">
              <a:solidFill>
                <a:srgbClr val="FDF6F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543300" y="44767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28575">
              <a:solidFill>
                <a:srgbClr val="FDF6F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857750" y="44767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28575">
              <a:solidFill>
                <a:srgbClr val="FDF6F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172200" y="44767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28575">
              <a:solidFill>
                <a:srgbClr val="FDF6F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486650" y="44767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28575">
              <a:solidFill>
                <a:srgbClr val="FDF6F4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62000" y="46672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686800" y="46672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16855" y="4110990"/>
              <a:ext cx="7950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상품기획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41655" y="4110990"/>
              <a:ext cx="7950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고객관리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47195" y="468249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전체 흐름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19 / 41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7304" y="6957060"/>
            <a:ext cx="250549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AI는 커머스 가치사슬을 어떻게 바꾸는가?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0470"/>
            <a:chOff x="0" y="0"/>
            <a:chExt cx="9753600" cy="16204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933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 가치사슬을 어떻게 바꾸는가?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1332" y="1297305"/>
              <a:ext cx="639918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커머스 가치사슬 : 기존 방식에서 AI 활용 방식으로의 전환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1885950"/>
            <a:ext cx="8686800" cy="4743450"/>
            <a:chOff x="533400" y="1885950"/>
            <a:chExt cx="8686800" cy="47434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885950"/>
              <a:ext cx="8686800" cy="857250"/>
              <a:chOff x="533400" y="1885950"/>
              <a:chExt cx="8686800" cy="857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33400" y="188595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95325" y="211455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34436" y="22126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29106" y="2205990"/>
                <a:ext cx="79508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시장조사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134868" y="2031682"/>
                <a:ext cx="287578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사람이 검색하고 자료 수집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134868" y="2393632"/>
                <a:ext cx="372217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AI로 트렌드, 경쟁상품, 리뷰 요약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857500"/>
              <a:ext cx="8686800" cy="857250"/>
              <a:chOff x="533400" y="2857500"/>
              <a:chExt cx="8686800" cy="857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285750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95325" y="308610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4436" y="318420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29106" y="3177540"/>
                <a:ext cx="79508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상품기획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134868" y="3003232"/>
                <a:ext cx="208711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경험과 감에 의존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134868" y="3365182"/>
                <a:ext cx="381354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고객 데이터와 리뷰 분석 기반 기획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33400" y="3829050"/>
              <a:ext cx="8686800" cy="857250"/>
              <a:chOff x="533400" y="3829050"/>
              <a:chExt cx="8686800" cy="857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82905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95325" y="405765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34436" y="41557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29106" y="4149090"/>
                <a:ext cx="9938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상품페이지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134868" y="3974782"/>
                <a:ext cx="208711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사람이 직접 작성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134868" y="4336732"/>
                <a:ext cx="424609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생성형 AI로 제목, 설명, FAQ 초안 작성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4800600"/>
              <a:ext cx="8686800" cy="857250"/>
              <a:chOff x="533400" y="4800600"/>
              <a:chExt cx="8686800" cy="85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33400" y="480060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695325" y="502920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34436" y="512730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29106" y="5120640"/>
                <a:ext cx="105637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번역·현지화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34868" y="4946332"/>
                <a:ext cx="148117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단순 번역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134868" y="5308282"/>
                <a:ext cx="357309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문화와 사용 장면에 맞춘 현지화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3400" y="5772150"/>
              <a:ext cx="8686800" cy="857250"/>
              <a:chOff x="533400" y="5772150"/>
              <a:chExt cx="8686800" cy="857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577215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95325" y="600075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34436" y="60988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29106" y="6092190"/>
                <a:ext cx="105637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광고·콘텐츠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134868" y="5917882"/>
                <a:ext cx="245259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사람이 광고문구 작성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134868" y="6279832"/>
                <a:ext cx="456855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AI로 숏폼 대본, 광고문구, 이미지 문구 생성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20 / 41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304" y="6957060"/>
            <a:ext cx="286616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AI는 커머스 가치사슬을 어떻게 바꾸는가? (1/2)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0470"/>
            <a:chOff x="0" y="0"/>
            <a:chExt cx="9753600" cy="162047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933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 가치사슬을 어떻게 바꾸는가?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1332" y="1297305"/>
              <a:ext cx="639918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커머스 가치사슬 : 기존 방식에서 AI 활용 방식으로의 전환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" y="1885950"/>
            <a:ext cx="8686800" cy="3771900"/>
            <a:chOff x="533400" y="1885950"/>
            <a:chExt cx="8686800" cy="377190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885950"/>
              <a:ext cx="8686800" cy="857250"/>
              <a:chOff x="533400" y="1885950"/>
              <a:chExt cx="8686800" cy="857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33400" y="188595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95325" y="211455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34436" y="22126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6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29106" y="2205990"/>
                <a:ext cx="79508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고객응대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134868" y="2031682"/>
                <a:ext cx="251030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사람이 반복 문의 처리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134868" y="2393632"/>
                <a:ext cx="314990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챗봇, 자동응답, 다국어 CS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857500"/>
              <a:ext cx="8686800" cy="857250"/>
              <a:chOff x="533400" y="2857500"/>
              <a:chExt cx="8686800" cy="857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285750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95325" y="308610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4436" y="318420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7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29106" y="3177540"/>
                <a:ext cx="8576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물류·재고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134868" y="3003232"/>
                <a:ext cx="19043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경험 기반 예측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134868" y="3365182"/>
                <a:ext cx="30248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수요예측, 재고 부족 예측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33400" y="3829050"/>
              <a:ext cx="8686800" cy="857250"/>
              <a:chOff x="533400" y="3829050"/>
              <a:chExt cx="8686800" cy="857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82905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95325" y="405765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34436" y="41557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29106" y="4149090"/>
                <a:ext cx="8576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결제·보안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134868" y="3974782"/>
                <a:ext cx="184665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수동 모니터링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134868" y="4336732"/>
                <a:ext cx="30248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이상거래 탐지, 사기 방지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4800600"/>
              <a:ext cx="8686800" cy="857250"/>
              <a:chOff x="533400" y="4800600"/>
              <a:chExt cx="8686800" cy="85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33400" y="4800600"/>
                <a:ext cx="86868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695325" y="5029200"/>
                <a:ext cx="400050" cy="4000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34436" y="512730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rgbClr val="FDF6F4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9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29106" y="5120640"/>
                <a:ext cx="79508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리뷰관리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34868" y="4946332"/>
                <a:ext cx="19043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— 개별 리뷰 확인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134868" y="5308282"/>
                <a:ext cx="339035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 — 리뷰 감성분석, 불만요인 분석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33400" y="5924550"/>
            <a:ext cx="8686800" cy="838200"/>
            <a:chOff x="533400" y="5924550"/>
            <a:chExt cx="8686800" cy="838200"/>
          </a:xfrm>
        </p:grpSpPr>
        <p:sp>
          <p:nvSpPr>
            <p:cNvPr id="37" name="Rectangle 37"/>
            <p:cNvSpPr/>
            <p:nvPr/>
          </p:nvSpPr>
          <p:spPr>
            <a:xfrm>
              <a:off x="533400" y="5924550"/>
              <a:ext cx="8686800" cy="83820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62012" y="6215062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14312" y="0"/>
                  </a:moveTo>
                  <a:cubicBezTo>
                    <a:pt x="237985" y="0"/>
                    <a:pt x="257175" y="19190"/>
                    <a:pt x="257175" y="42862"/>
                  </a:cubicBezTo>
                  <a:lnTo>
                    <a:pt x="257175" y="214312"/>
                  </a:lnTo>
                  <a:cubicBezTo>
                    <a:pt x="257175" y="237985"/>
                    <a:pt x="237985" y="257175"/>
                    <a:pt x="214312" y="257175"/>
                  </a:cubicBezTo>
                  <a:lnTo>
                    <a:pt x="42862" y="257175"/>
                  </a:lnTo>
                  <a:cubicBezTo>
                    <a:pt x="19190" y="257175"/>
                    <a:pt x="0" y="237985"/>
                    <a:pt x="0" y="214312"/>
                  </a:cubicBezTo>
                  <a:lnTo>
                    <a:pt x="0" y="42862"/>
                  </a:lnTo>
                  <a:cubicBezTo>
                    <a:pt x="0" y="19190"/>
                    <a:pt x="19190" y="0"/>
                    <a:pt x="42862" y="0"/>
                  </a:cubicBezTo>
                  <a:lnTo>
                    <a:pt x="214312" y="0"/>
                  </a:lnTo>
                  <a:close/>
                  <a:moveTo>
                    <a:pt x="181551" y="89911"/>
                  </a:moveTo>
                  <a:cubicBezTo>
                    <a:pt x="175972" y="84334"/>
                    <a:pt x="166928" y="84334"/>
                    <a:pt x="161349" y="89911"/>
                  </a:cubicBezTo>
                  <a:lnTo>
                    <a:pt x="128588" y="122658"/>
                  </a:lnTo>
                  <a:lnTo>
                    <a:pt x="110114" y="104199"/>
                  </a:lnTo>
                  <a:cubicBezTo>
                    <a:pt x="104534" y="98621"/>
                    <a:pt x="95491" y="98621"/>
                    <a:pt x="89911" y="104199"/>
                  </a:cubicBezTo>
                  <a:lnTo>
                    <a:pt x="47049" y="147061"/>
                  </a:lnTo>
                  <a:cubicBezTo>
                    <a:pt x="41471" y="152641"/>
                    <a:pt x="41471" y="161684"/>
                    <a:pt x="47049" y="167264"/>
                  </a:cubicBezTo>
                  <a:lnTo>
                    <a:pt x="48392" y="168450"/>
                  </a:lnTo>
                  <a:cubicBezTo>
                    <a:pt x="54079" y="172862"/>
                    <a:pt x="62161" y="172353"/>
                    <a:pt x="67251" y="167264"/>
                  </a:cubicBezTo>
                  <a:lnTo>
                    <a:pt x="100012" y="134517"/>
                  </a:lnTo>
                  <a:lnTo>
                    <a:pt x="118486" y="152976"/>
                  </a:lnTo>
                  <a:lnTo>
                    <a:pt x="119829" y="154162"/>
                  </a:lnTo>
                  <a:cubicBezTo>
                    <a:pt x="125517" y="158574"/>
                    <a:pt x="133599" y="158066"/>
                    <a:pt x="138689" y="152976"/>
                  </a:cubicBezTo>
                  <a:lnTo>
                    <a:pt x="171450" y="120229"/>
                  </a:lnTo>
                  <a:lnTo>
                    <a:pt x="189924" y="138689"/>
                  </a:lnTo>
                  <a:cubicBezTo>
                    <a:pt x="195530" y="144103"/>
                    <a:pt x="204441" y="144026"/>
                    <a:pt x="209952" y="138515"/>
                  </a:cubicBezTo>
                  <a:cubicBezTo>
                    <a:pt x="215463" y="133004"/>
                    <a:pt x="215541" y="124092"/>
                    <a:pt x="210126" y="118486"/>
                  </a:cubicBezTo>
                  <a:lnTo>
                    <a:pt x="181551" y="899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87018" y="6051232"/>
              <a:ext cx="46118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b="1" dirty="0">
                  <a:solidFill>
                    <a:srgbClr val="FDF6F4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메시지 — AI 커머스는 시장조사부터 리뷰관리까지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87018" y="6356032"/>
              <a:ext cx="454932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b="1" dirty="0">
                  <a:solidFill>
                    <a:srgbClr val="FDF6F4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 과정에서 데이터 기반 의사결정과 자동화를 강화한다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21 / 41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7304" y="6957060"/>
            <a:ext cx="286616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AI는 커머스 가치사슬을 어떻게 바꾸는가? (2/2)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933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 가치사슬을 어떻게 바꾸는가?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03608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AI가 판매자에게 주는 기회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4256" y="1958340"/>
            <a:ext cx="5705088" cy="276999"/>
            <a:chOff x="524256" y="1958340"/>
            <a:chExt cx="5705088" cy="276999"/>
          </a:xfrm>
        </p:grpSpPr>
        <p:sp>
          <p:nvSpPr>
            <p:cNvPr id="8" name="TextBox 8"/>
            <p:cNvSpPr txBox="1"/>
            <p:nvPr/>
          </p:nvSpPr>
          <p:spPr>
            <a:xfrm>
              <a:off x="524256" y="1958340"/>
              <a:ext cx="5705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특히 소규모 판매자, 1인 창업자, 성인학습자에게 기회를 줌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2419350"/>
            <a:ext cx="8686800" cy="3638550"/>
            <a:chOff x="533400" y="2419350"/>
            <a:chExt cx="8686800" cy="36385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2419350"/>
              <a:ext cx="8686800" cy="666750"/>
              <a:chOff x="533400" y="2419350"/>
              <a:chExt cx="86868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33400" y="2419350"/>
                <a:ext cx="86868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9300" y="2628900"/>
                <a:ext cx="2539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28599">
                    <a:moveTo>
                      <a:pt x="241299" y="0"/>
                    </a:moveTo>
                    <a:cubicBezTo>
                      <a:pt x="248313" y="0"/>
                      <a:pt x="253999" y="5686"/>
                      <a:pt x="253999" y="12700"/>
                    </a:cubicBezTo>
                    <a:cubicBezTo>
                      <a:pt x="253999" y="19714"/>
                      <a:pt x="248313" y="25400"/>
                      <a:pt x="241299" y="25400"/>
                    </a:cubicBezTo>
                    <a:lnTo>
                      <a:pt x="241299" y="139700"/>
                    </a:lnTo>
                    <a:cubicBezTo>
                      <a:pt x="241299" y="160742"/>
                      <a:pt x="224241" y="177800"/>
                      <a:pt x="203199" y="177800"/>
                    </a:cubicBezTo>
                    <a:lnTo>
                      <a:pt x="139700" y="177800"/>
                    </a:lnTo>
                    <a:lnTo>
                      <a:pt x="139700" y="203199"/>
                    </a:lnTo>
                    <a:lnTo>
                      <a:pt x="165100" y="203199"/>
                    </a:lnTo>
                    <a:cubicBezTo>
                      <a:pt x="172114" y="203199"/>
                      <a:pt x="177800" y="208885"/>
                      <a:pt x="177800" y="215899"/>
                    </a:cubicBezTo>
                    <a:cubicBezTo>
                      <a:pt x="177800" y="222913"/>
                      <a:pt x="172114" y="228599"/>
                      <a:pt x="165100" y="228599"/>
                    </a:cubicBezTo>
                    <a:lnTo>
                      <a:pt x="88900" y="228599"/>
                    </a:lnTo>
                    <a:cubicBezTo>
                      <a:pt x="81886" y="228599"/>
                      <a:pt x="76200" y="222913"/>
                      <a:pt x="76200" y="215899"/>
                    </a:cubicBezTo>
                    <a:cubicBezTo>
                      <a:pt x="76200" y="208885"/>
                      <a:pt x="81886" y="203199"/>
                      <a:pt x="88900" y="203199"/>
                    </a:cubicBezTo>
                    <a:lnTo>
                      <a:pt x="114300" y="203199"/>
                    </a:lnTo>
                    <a:lnTo>
                      <a:pt x="114300" y="177800"/>
                    </a:lnTo>
                    <a:lnTo>
                      <a:pt x="50800" y="177800"/>
                    </a:lnTo>
                    <a:cubicBezTo>
                      <a:pt x="29758" y="177800"/>
                      <a:pt x="12700" y="160742"/>
                      <a:pt x="12700" y="139700"/>
                    </a:cubicBezTo>
                    <a:lnTo>
                      <a:pt x="12700" y="25400"/>
                    </a:lnTo>
                    <a:cubicBezTo>
                      <a:pt x="5686" y="25400"/>
                      <a:pt x="0" y="19714"/>
                      <a:pt x="0" y="12700"/>
                    </a:cubicBezTo>
                    <a:cubicBezTo>
                      <a:pt x="0" y="5686"/>
                      <a:pt x="5686" y="0"/>
                      <a:pt x="12700" y="0"/>
                    </a:cubicBezTo>
                    <a:close/>
                    <a:moveTo>
                      <a:pt x="88900" y="50800"/>
                    </a:moveTo>
                    <a:cubicBezTo>
                      <a:pt x="81886" y="50800"/>
                      <a:pt x="76200" y="56486"/>
                      <a:pt x="76200" y="63500"/>
                    </a:cubicBezTo>
                    <a:lnTo>
                      <a:pt x="76200" y="114300"/>
                    </a:lnTo>
                    <a:cubicBezTo>
                      <a:pt x="76200" y="121314"/>
                      <a:pt x="81886" y="127000"/>
                      <a:pt x="88900" y="127000"/>
                    </a:cubicBezTo>
                    <a:cubicBezTo>
                      <a:pt x="95914" y="127000"/>
                      <a:pt x="101600" y="121314"/>
                      <a:pt x="101600" y="114300"/>
                    </a:cubicBezTo>
                    <a:lnTo>
                      <a:pt x="101600" y="63500"/>
                    </a:lnTo>
                    <a:cubicBezTo>
                      <a:pt x="101600" y="56486"/>
                      <a:pt x="95914" y="50800"/>
                      <a:pt x="88900" y="50800"/>
                    </a:cubicBezTo>
                    <a:moveTo>
                      <a:pt x="165100" y="76200"/>
                    </a:moveTo>
                    <a:cubicBezTo>
                      <a:pt x="158086" y="76200"/>
                      <a:pt x="152400" y="81886"/>
                      <a:pt x="152400" y="88900"/>
                    </a:cubicBezTo>
                    <a:lnTo>
                      <a:pt x="152400" y="114300"/>
                    </a:lnTo>
                    <a:cubicBezTo>
                      <a:pt x="152400" y="121314"/>
                      <a:pt x="158086" y="127000"/>
                      <a:pt x="165100" y="127000"/>
                    </a:cubicBezTo>
                    <a:cubicBezTo>
                      <a:pt x="172114" y="127000"/>
                      <a:pt x="177800" y="121314"/>
                      <a:pt x="177800" y="114300"/>
                    </a:cubicBezTo>
                    <a:lnTo>
                      <a:pt x="177800" y="88900"/>
                    </a:lnTo>
                    <a:cubicBezTo>
                      <a:pt x="177800" y="81886"/>
                      <a:pt x="172114" y="76200"/>
                      <a:pt x="165100" y="76200"/>
                    </a:cubicBezTo>
                    <a:moveTo>
                      <a:pt x="127000" y="88900"/>
                    </a:moveTo>
                    <a:cubicBezTo>
                      <a:pt x="119986" y="88900"/>
                      <a:pt x="114300" y="94586"/>
                      <a:pt x="114300" y="101600"/>
                    </a:cubicBezTo>
                    <a:lnTo>
                      <a:pt x="114300" y="114300"/>
                    </a:lnTo>
                    <a:cubicBezTo>
                      <a:pt x="114300" y="121314"/>
                      <a:pt x="119986" y="127000"/>
                      <a:pt x="127000" y="127000"/>
                    </a:cubicBezTo>
                    <a:cubicBezTo>
                      <a:pt x="134014" y="127000"/>
                      <a:pt x="139700" y="121314"/>
                      <a:pt x="139700" y="114300"/>
                    </a:cubicBezTo>
                    <a:lnTo>
                      <a:pt x="139700" y="101600"/>
                    </a:lnTo>
                    <a:cubicBezTo>
                      <a:pt x="139700" y="94586"/>
                      <a:pt x="134014" y="88900"/>
                      <a:pt x="127000" y="8890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71956" y="2634615"/>
                <a:ext cx="171841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시장조사 시간 단축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839718" y="2650808"/>
                <a:ext cx="291425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해외시장과 경쟁상품을 빠르게 파악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162300"/>
              <a:ext cx="8686800" cy="666750"/>
              <a:chOff x="533400" y="3162300"/>
              <a:chExt cx="8686800" cy="666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3162300"/>
                <a:ext cx="86868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762000" y="3355307"/>
                <a:ext cx="245208" cy="245143"/>
                <a:chOff x="762000" y="3355307"/>
                <a:chExt cx="245208" cy="245143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762000" y="34099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63500" y="12700"/>
                      </a:moveTo>
                      <a:cubicBezTo>
                        <a:pt x="63500" y="19714"/>
                        <a:pt x="57814" y="25400"/>
                        <a:pt x="50800" y="25400"/>
                      </a:cubicBezTo>
                      <a:lnTo>
                        <a:pt x="38100" y="25400"/>
                      </a:lnTo>
                      <a:cubicBezTo>
                        <a:pt x="31086" y="25400"/>
                        <a:pt x="25400" y="31086"/>
                        <a:pt x="25400" y="38100"/>
                      </a:cubicBezTo>
                      <a:lnTo>
                        <a:pt x="25400" y="152400"/>
                      </a:lnTo>
                      <a:cubicBezTo>
                        <a:pt x="25400" y="159414"/>
                        <a:pt x="31086" y="165100"/>
                        <a:pt x="38100" y="165100"/>
                      </a:cubicBezTo>
                      <a:lnTo>
                        <a:pt x="152400" y="165100"/>
                      </a:lnTo>
                      <a:cubicBezTo>
                        <a:pt x="159414" y="165100"/>
                        <a:pt x="165100" y="159414"/>
                        <a:pt x="165100" y="152400"/>
                      </a:cubicBezTo>
                      <a:lnTo>
                        <a:pt x="165100" y="139700"/>
                      </a:lnTo>
                      <a:cubicBezTo>
                        <a:pt x="165100" y="132686"/>
                        <a:pt x="170786" y="127000"/>
                        <a:pt x="177800" y="127000"/>
                      </a:cubicBezTo>
                      <a:cubicBezTo>
                        <a:pt x="184814" y="127000"/>
                        <a:pt x="190500" y="132686"/>
                        <a:pt x="190500" y="139700"/>
                      </a:cubicBezTo>
                      <a:lnTo>
                        <a:pt x="190500" y="152400"/>
                      </a:lnTo>
                      <a:cubicBezTo>
                        <a:pt x="190500" y="173442"/>
                        <a:pt x="173442" y="190500"/>
                        <a:pt x="152400" y="190500"/>
                      </a:cubicBezTo>
                      <a:lnTo>
                        <a:pt x="38100" y="190500"/>
                      </a:lnTo>
                      <a:cubicBezTo>
                        <a:pt x="17058" y="190500"/>
                        <a:pt x="0" y="173442"/>
                        <a:pt x="0" y="1524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50800" y="0"/>
                      </a:lnTo>
                      <a:cubicBezTo>
                        <a:pt x="57814" y="0"/>
                        <a:pt x="63500" y="5686"/>
                        <a:pt x="63500" y="1270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25500" y="3355307"/>
                  <a:ext cx="181708" cy="181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708" h="181642">
                      <a:moveTo>
                        <a:pt x="83769" y="42082"/>
                      </a:moveTo>
                      <a:lnTo>
                        <a:pt x="139547" y="97861"/>
                      </a:lnTo>
                      <a:lnTo>
                        <a:pt x="59791" y="177909"/>
                      </a:lnTo>
                      <a:cubicBezTo>
                        <a:pt x="57409" y="180298"/>
                        <a:pt x="54174" y="181642"/>
                        <a:pt x="50800" y="181642"/>
                      </a:cubicBezTo>
                      <a:lnTo>
                        <a:pt x="12700" y="181642"/>
                      </a:lnTo>
                      <a:cubicBezTo>
                        <a:pt x="5686" y="181642"/>
                        <a:pt x="0" y="175956"/>
                        <a:pt x="0" y="168942"/>
                      </a:cubicBezTo>
                      <a:lnTo>
                        <a:pt x="0" y="130842"/>
                      </a:lnTo>
                      <a:cubicBezTo>
                        <a:pt x="1" y="127468"/>
                        <a:pt x="1344" y="124233"/>
                        <a:pt x="3734" y="121851"/>
                      </a:cubicBezTo>
                      <a:close/>
                      <a:moveTo>
                        <a:pt x="166268" y="15374"/>
                      </a:moveTo>
                      <a:cubicBezTo>
                        <a:pt x="180795" y="29891"/>
                        <a:pt x="181708" y="53141"/>
                        <a:pt x="168363" y="68752"/>
                      </a:cubicBezTo>
                      <a:lnTo>
                        <a:pt x="166281" y="71038"/>
                      </a:lnTo>
                      <a:lnTo>
                        <a:pt x="157480" y="79852"/>
                      </a:lnTo>
                      <a:lnTo>
                        <a:pt x="101765" y="24137"/>
                      </a:lnTo>
                      <a:lnTo>
                        <a:pt x="110591" y="15374"/>
                      </a:lnTo>
                      <a:cubicBezTo>
                        <a:pt x="125966" y="0"/>
                        <a:pt x="150893" y="0"/>
                        <a:pt x="166268" y="15374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71956" y="3377565"/>
                <a:ext cx="171841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콘텐츠 제작 효율화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839718" y="3393758"/>
                <a:ext cx="316913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상품명, 설명, 광고문구, 숏폼 대본 작성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3905250"/>
              <a:ext cx="8686800" cy="666750"/>
              <a:chOff x="533400" y="3905250"/>
              <a:chExt cx="86868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905250"/>
                <a:ext cx="86868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748427" y="4102430"/>
                <a:ext cx="255728" cy="253326"/>
                <a:chOff x="748427" y="4102430"/>
                <a:chExt cx="255728" cy="253326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85583" y="4279899"/>
                  <a:ext cx="107112" cy="7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12" h="75857">
                      <a:moveTo>
                        <a:pt x="107112" y="0"/>
                      </a:moveTo>
                      <a:cubicBezTo>
                        <a:pt x="88254" y="43206"/>
                        <a:pt x="47015" y="72411"/>
                        <a:pt x="0" y="75857"/>
                      </a:cubicBezTo>
                      <a:cubicBezTo>
                        <a:pt x="3252" y="75082"/>
                        <a:pt x="6068" y="73056"/>
                        <a:pt x="7836" y="70218"/>
                      </a:cubicBezTo>
                      <a:cubicBezTo>
                        <a:pt x="21335" y="48594"/>
                        <a:pt x="31122" y="24865"/>
                        <a:pt x="36792" y="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759904" y="4279899"/>
                  <a:ext cx="107099" cy="7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99" h="75857">
                      <a:moveTo>
                        <a:pt x="70320" y="0"/>
                      </a:moveTo>
                      <a:cubicBezTo>
                        <a:pt x="75987" y="24861"/>
                        <a:pt x="85774" y="48599"/>
                        <a:pt x="99276" y="70231"/>
                      </a:cubicBezTo>
                      <a:cubicBezTo>
                        <a:pt x="101043" y="73061"/>
                        <a:pt x="103853" y="75082"/>
                        <a:pt x="107099" y="75857"/>
                      </a:cubicBezTo>
                      <a:cubicBezTo>
                        <a:pt x="60088" y="72406"/>
                        <a:pt x="18856" y="43202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56361" y="4279899"/>
                  <a:ext cx="39878" cy="49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78" h="49327">
                      <a:moveTo>
                        <a:pt x="39878" y="0"/>
                      </a:moveTo>
                      <a:cubicBezTo>
                        <a:pt x="35422" y="17245"/>
                        <a:pt x="28718" y="33829"/>
                        <a:pt x="19939" y="49327"/>
                      </a:cubicBezTo>
                      <a:cubicBezTo>
                        <a:pt x="11160" y="33829"/>
                        <a:pt x="4456" y="17245"/>
                        <a:pt x="0" y="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48427" y="4203700"/>
                  <a:ext cx="77504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04" h="50800">
                      <a:moveTo>
                        <a:pt x="77504" y="0"/>
                      </a:moveTo>
                      <a:cubicBezTo>
                        <a:pt x="75617" y="16881"/>
                        <a:pt x="75617" y="33919"/>
                        <a:pt x="77504" y="50800"/>
                      </a:cubicBezTo>
                      <a:lnTo>
                        <a:pt x="3438" y="50800"/>
                      </a:lnTo>
                      <a:cubicBezTo>
                        <a:pt x="9" y="34041"/>
                        <a:pt x="0" y="16762"/>
                        <a:pt x="341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49384" y="4203700"/>
                  <a:ext cx="53831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31" h="50800">
                      <a:moveTo>
                        <a:pt x="51706" y="0"/>
                      </a:moveTo>
                      <a:cubicBezTo>
                        <a:pt x="53831" y="16867"/>
                        <a:pt x="53831" y="33933"/>
                        <a:pt x="51706" y="50800"/>
                      </a:cubicBezTo>
                      <a:lnTo>
                        <a:pt x="2125" y="50800"/>
                      </a:lnTo>
                      <a:cubicBezTo>
                        <a:pt x="0" y="33933"/>
                        <a:pt x="0" y="16867"/>
                        <a:pt x="21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926668" y="4203700"/>
                  <a:ext cx="77487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87" h="50800">
                      <a:moveTo>
                        <a:pt x="74092" y="0"/>
                      </a:moveTo>
                      <a:cubicBezTo>
                        <a:pt x="77487" y="16764"/>
                        <a:pt x="77478" y="34039"/>
                        <a:pt x="74066" y="50800"/>
                      </a:cubicBezTo>
                      <a:lnTo>
                        <a:pt x="0" y="50800"/>
                      </a:lnTo>
                      <a:cubicBezTo>
                        <a:pt x="1892" y="33922"/>
                        <a:pt x="1892" y="16891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59866" y="4102443"/>
                  <a:ext cx="107124" cy="7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4" h="75857">
                      <a:moveTo>
                        <a:pt x="107124" y="0"/>
                      </a:moveTo>
                      <a:cubicBezTo>
                        <a:pt x="103881" y="781"/>
                        <a:pt x="101076" y="2806"/>
                        <a:pt x="99314" y="5639"/>
                      </a:cubicBezTo>
                      <a:cubicBezTo>
                        <a:pt x="85814" y="27266"/>
                        <a:pt x="76027" y="51000"/>
                        <a:pt x="70358" y="75857"/>
                      </a:cubicBezTo>
                      <a:lnTo>
                        <a:pt x="0" y="75857"/>
                      </a:lnTo>
                      <a:cubicBezTo>
                        <a:pt x="18691" y="33080"/>
                        <a:pt x="59323" y="3987"/>
                        <a:pt x="105842" y="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56361" y="4128973"/>
                  <a:ext cx="39878" cy="49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78" h="49339">
                      <a:moveTo>
                        <a:pt x="19939" y="0"/>
                      </a:moveTo>
                      <a:cubicBezTo>
                        <a:pt x="28719" y="15501"/>
                        <a:pt x="35423" y="32090"/>
                        <a:pt x="39878" y="49339"/>
                      </a:cubicBezTo>
                      <a:lnTo>
                        <a:pt x="0" y="49339"/>
                      </a:lnTo>
                      <a:cubicBezTo>
                        <a:pt x="4318" y="32614"/>
                        <a:pt x="10795" y="16319"/>
                        <a:pt x="19431" y="8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85609" y="4102430"/>
                  <a:ext cx="107124" cy="75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4" h="75870">
                      <a:moveTo>
                        <a:pt x="0" y="0"/>
                      </a:moveTo>
                      <a:cubicBezTo>
                        <a:pt x="47013" y="3472"/>
                        <a:pt x="88245" y="32674"/>
                        <a:pt x="107124" y="75870"/>
                      </a:cubicBezTo>
                      <a:lnTo>
                        <a:pt x="36766" y="75870"/>
                      </a:lnTo>
                      <a:cubicBezTo>
                        <a:pt x="31099" y="51008"/>
                        <a:pt x="21312" y="27270"/>
                        <a:pt x="7810" y="5639"/>
                      </a:cubicBezTo>
                      <a:cubicBezTo>
                        <a:pt x="6283" y="3191"/>
                        <a:pt x="3967" y="1337"/>
                        <a:pt x="1245" y="38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171956" y="4120515"/>
                <a:ext cx="132087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언어 장벽 완화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839718" y="4136708"/>
                <a:ext cx="336310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영어, 일본어, 중국어 등 다국어 초안 작성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4648200"/>
              <a:ext cx="8686800" cy="666750"/>
              <a:chOff x="533400" y="4648200"/>
              <a:chExt cx="8686800" cy="666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4648200"/>
                <a:ext cx="86868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9300" y="4857750"/>
                <a:ext cx="253999" cy="242554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42554">
                    <a:moveTo>
                      <a:pt x="203199" y="0"/>
                    </a:moveTo>
                    <a:cubicBezTo>
                      <a:pt x="231255" y="0"/>
                      <a:pt x="253999" y="22744"/>
                      <a:pt x="253999" y="50800"/>
                    </a:cubicBezTo>
                    <a:lnTo>
                      <a:pt x="253999" y="152400"/>
                    </a:lnTo>
                    <a:cubicBezTo>
                      <a:pt x="253999" y="180456"/>
                      <a:pt x="231255" y="203199"/>
                      <a:pt x="203199" y="203199"/>
                    </a:cubicBezTo>
                    <a:lnTo>
                      <a:pt x="170357" y="203199"/>
                    </a:lnTo>
                    <a:lnTo>
                      <a:pt x="135979" y="237578"/>
                    </a:lnTo>
                    <a:cubicBezTo>
                      <a:pt x="131454" y="242102"/>
                      <a:pt x="124270" y="242554"/>
                      <a:pt x="119215" y="238632"/>
                    </a:cubicBezTo>
                    <a:lnTo>
                      <a:pt x="118021" y="237578"/>
                    </a:lnTo>
                    <a:lnTo>
                      <a:pt x="83629" y="203199"/>
                    </a:lnTo>
                    <a:lnTo>
                      <a:pt x="50800" y="203199"/>
                    </a:lnTo>
                    <a:cubicBezTo>
                      <a:pt x="23731" y="203200"/>
                      <a:pt x="1417" y="181974"/>
                      <a:pt x="63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52400" y="114300"/>
                    </a:moveTo>
                    <a:lnTo>
                      <a:pt x="76200" y="114300"/>
                    </a:lnTo>
                    <a:cubicBezTo>
                      <a:pt x="69186" y="114300"/>
                      <a:pt x="63500" y="119986"/>
                      <a:pt x="63500" y="127000"/>
                    </a:cubicBezTo>
                    <a:cubicBezTo>
                      <a:pt x="63500" y="134014"/>
                      <a:pt x="69186" y="139700"/>
                      <a:pt x="76200" y="139700"/>
                    </a:cubicBezTo>
                    <a:lnTo>
                      <a:pt x="152400" y="139700"/>
                    </a:lnTo>
                    <a:cubicBezTo>
                      <a:pt x="159414" y="139700"/>
                      <a:pt x="165100" y="134014"/>
                      <a:pt x="165100" y="127000"/>
                    </a:cubicBezTo>
                    <a:cubicBezTo>
                      <a:pt x="165100" y="119986"/>
                      <a:pt x="159414" y="114300"/>
                      <a:pt x="152400" y="114300"/>
                    </a:cubicBezTo>
                    <a:moveTo>
                      <a:pt x="177800" y="63500"/>
                    </a:moveTo>
                    <a:lnTo>
                      <a:pt x="76200" y="63500"/>
                    </a:lnTo>
                    <a:cubicBezTo>
                      <a:pt x="69186" y="63500"/>
                      <a:pt x="63500" y="69186"/>
                      <a:pt x="63500" y="76200"/>
                    </a:cubicBezTo>
                    <a:cubicBezTo>
                      <a:pt x="63500" y="83214"/>
                      <a:pt x="69186" y="88900"/>
                      <a:pt x="76200" y="88900"/>
                    </a:cubicBezTo>
                    <a:lnTo>
                      <a:pt x="177800" y="88900"/>
                    </a:lnTo>
                    <a:cubicBezTo>
                      <a:pt x="184814" y="88900"/>
                      <a:pt x="190500" y="83214"/>
                      <a:pt x="190500" y="76200"/>
                    </a:cubicBezTo>
                    <a:cubicBezTo>
                      <a:pt x="190500" y="69186"/>
                      <a:pt x="184814" y="63500"/>
                      <a:pt x="177800" y="6350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171956" y="4863465"/>
                <a:ext cx="145552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고객응대 자동화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839718" y="4879658"/>
                <a:ext cx="200054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반복 문의에 빠르게 대응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33400" y="5391150"/>
              <a:ext cx="8686800" cy="666750"/>
              <a:chOff x="533400" y="5391150"/>
              <a:chExt cx="8686800" cy="6667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33400" y="5391150"/>
                <a:ext cx="868680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2000" y="56007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190500" y="0"/>
                    </a:move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90500"/>
                    </a:lnTo>
                    <a:cubicBezTo>
                      <a:pt x="228599" y="211542"/>
                      <a:pt x="211542" y="228599"/>
                      <a:pt x="190500" y="228599"/>
                    </a:cubicBezTo>
                    <a:lnTo>
                      <a:pt x="38100" y="228599"/>
                    </a:lnTo>
                    <a:cubicBezTo>
                      <a:pt x="17058" y="228599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lose/>
                    <a:moveTo>
                      <a:pt x="161378" y="79921"/>
                    </a:moveTo>
                    <a:cubicBezTo>
                      <a:pt x="156419" y="74963"/>
                      <a:pt x="148380" y="74963"/>
                      <a:pt x="143421" y="79921"/>
                    </a:cubicBezTo>
                    <a:lnTo>
                      <a:pt x="114300" y="109029"/>
                    </a:lnTo>
                    <a:lnTo>
                      <a:pt x="97879" y="92621"/>
                    </a:lnTo>
                    <a:cubicBezTo>
                      <a:pt x="92919" y="87663"/>
                      <a:pt x="84880" y="87663"/>
                      <a:pt x="79921" y="92621"/>
                    </a:cubicBezTo>
                    <a:lnTo>
                      <a:pt x="41821" y="130721"/>
                    </a:lnTo>
                    <a:cubicBezTo>
                      <a:pt x="36863" y="135680"/>
                      <a:pt x="36863" y="143719"/>
                      <a:pt x="41821" y="148679"/>
                    </a:cubicBezTo>
                    <a:lnTo>
                      <a:pt x="43015" y="149733"/>
                    </a:lnTo>
                    <a:cubicBezTo>
                      <a:pt x="48070" y="153654"/>
                      <a:pt x="55254" y="153203"/>
                      <a:pt x="59779" y="148679"/>
                    </a:cubicBezTo>
                    <a:lnTo>
                      <a:pt x="88900" y="119570"/>
                    </a:lnTo>
                    <a:lnTo>
                      <a:pt x="105321" y="135979"/>
                    </a:lnTo>
                    <a:lnTo>
                      <a:pt x="106515" y="137033"/>
                    </a:lnTo>
                    <a:cubicBezTo>
                      <a:pt x="111570" y="140954"/>
                      <a:pt x="118754" y="140503"/>
                      <a:pt x="123279" y="135979"/>
                    </a:cubicBezTo>
                    <a:lnTo>
                      <a:pt x="152400" y="106870"/>
                    </a:lnTo>
                    <a:lnTo>
                      <a:pt x="168821" y="123279"/>
                    </a:lnTo>
                    <a:cubicBezTo>
                      <a:pt x="173804" y="128092"/>
                      <a:pt x="181725" y="128023"/>
                      <a:pt x="186624" y="123124"/>
                    </a:cubicBezTo>
                    <a:cubicBezTo>
                      <a:pt x="191523" y="118225"/>
                      <a:pt x="191591" y="110304"/>
                      <a:pt x="186778" y="105321"/>
                    </a:cubicBezTo>
                    <a:lnTo>
                      <a:pt x="161378" y="7992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171956" y="5606415"/>
                <a:ext cx="19171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데이터 기반 의사결정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839718" y="5622608"/>
                <a:ext cx="321241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감이 아니라 근거를 바탕으로 상품 개선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92931" y="6272212"/>
            <a:ext cx="6203937" cy="280586"/>
            <a:chOff x="592931" y="6272212"/>
            <a:chExt cx="6203937" cy="280586"/>
          </a:xfrm>
        </p:grpSpPr>
        <p:grpSp>
          <p:nvGrpSpPr>
            <p:cNvPr id="49" name="Group 49"/>
            <p:cNvGrpSpPr/>
            <p:nvPr/>
          </p:nvGrpSpPr>
          <p:grpSpPr>
            <a:xfrm>
              <a:off x="592931" y="6272212"/>
              <a:ext cx="166688" cy="238126"/>
              <a:chOff x="592931" y="6272212"/>
              <a:chExt cx="166688" cy="2381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16744" y="6272212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59531" y="0"/>
                    </a:moveTo>
                    <a:cubicBezTo>
                      <a:pt x="92409" y="0"/>
                      <a:pt x="119062" y="26653"/>
                      <a:pt x="119062" y="59531"/>
                    </a:cubicBezTo>
                    <a:cubicBezTo>
                      <a:pt x="119062" y="92409"/>
                      <a:pt x="92409" y="119062"/>
                      <a:pt x="59531" y="119062"/>
                    </a:cubicBezTo>
                    <a:cubicBezTo>
                      <a:pt x="26653" y="119062"/>
                      <a:pt x="0" y="92409"/>
                      <a:pt x="0" y="59531"/>
                    </a:cubicBezTo>
                    <a:lnTo>
                      <a:pt x="60" y="56948"/>
                    </a:lnTo>
                    <a:cubicBezTo>
                      <a:pt x="1443" y="25106"/>
                      <a:pt x="27659" y="2"/>
                      <a:pt x="595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92931" y="6415088"/>
                <a:ext cx="16668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0">
                    <a:moveTo>
                      <a:pt x="107156" y="0"/>
                    </a:moveTo>
                    <a:cubicBezTo>
                      <a:pt x="140034" y="0"/>
                      <a:pt x="166688" y="26653"/>
                      <a:pt x="166688" y="59531"/>
                    </a:cubicBezTo>
                    <a:lnTo>
                      <a:pt x="166688" y="71438"/>
                    </a:lnTo>
                    <a:cubicBezTo>
                      <a:pt x="166688" y="84589"/>
                      <a:pt x="156026" y="95250"/>
                      <a:pt x="142875" y="95250"/>
                    </a:cubicBezTo>
                    <a:lnTo>
                      <a:pt x="23812" y="95250"/>
                    </a:lnTo>
                    <a:cubicBezTo>
                      <a:pt x="10661" y="95250"/>
                      <a:pt x="0" y="84589"/>
                      <a:pt x="0" y="71438"/>
                    </a:cubicBezTo>
                    <a:lnTo>
                      <a:pt x="0" y="59531"/>
                    </a:lnTo>
                    <a:cubicBezTo>
                      <a:pt x="0" y="26653"/>
                      <a:pt x="26653" y="0"/>
                      <a:pt x="59531" y="0"/>
                    </a:cubicBezTo>
                    <a:lnTo>
                      <a:pt x="1071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25068" y="6298882"/>
              <a:ext cx="587180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i="1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업무를 지원하는 도구이며, 최종 검토와 판단은 사람이 수행해야 함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22 / 41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27304" y="6957060"/>
            <a:ext cx="250549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AI는 커머스 가치사슬을 어떻게 바꾸는가?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933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 가치사슬을 어떻게 바꾸는가?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705595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활용의 위험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44300" y="1888109"/>
            <a:ext cx="3757162" cy="299605"/>
            <a:chOff x="544300" y="1888109"/>
            <a:chExt cx="3757162" cy="299605"/>
          </a:xfrm>
        </p:grpSpPr>
        <p:sp>
          <p:nvSpPr>
            <p:cNvPr id="8" name="Freeform 8"/>
            <p:cNvSpPr/>
            <p:nvPr/>
          </p:nvSpPr>
          <p:spPr>
            <a:xfrm>
              <a:off x="544300" y="1888109"/>
              <a:ext cx="282851" cy="245440"/>
            </a:xfrm>
            <a:custGeom>
              <a:avLst/>
              <a:gdLst/>
              <a:ahLst/>
              <a:cxnLst/>
              <a:rect l="l" t="t" r="r" b="b"/>
              <a:pathLst>
                <a:path w="282851" h="245440">
                  <a:moveTo>
                    <a:pt x="141499" y="0"/>
                  </a:moveTo>
                  <a:cubicBezTo>
                    <a:pt x="153628" y="0"/>
                    <a:pt x="164931" y="5931"/>
                    <a:pt x="171852" y="15837"/>
                  </a:cubicBezTo>
                  <a:lnTo>
                    <a:pt x="173186" y="17869"/>
                  </a:lnTo>
                  <a:lnTo>
                    <a:pt x="276233" y="189928"/>
                  </a:lnTo>
                  <a:cubicBezTo>
                    <a:pt x="282599" y="200953"/>
                    <a:pt x="282851" y="214477"/>
                    <a:pt x="276900" y="225732"/>
                  </a:cubicBezTo>
                  <a:cubicBezTo>
                    <a:pt x="270949" y="236986"/>
                    <a:pt x="259630" y="244392"/>
                    <a:pt x="246934" y="245338"/>
                  </a:cubicBezTo>
                  <a:lnTo>
                    <a:pt x="244458" y="245440"/>
                  </a:lnTo>
                  <a:lnTo>
                    <a:pt x="38401" y="245440"/>
                  </a:lnTo>
                  <a:cubicBezTo>
                    <a:pt x="25693" y="245297"/>
                    <a:pt x="13947" y="238642"/>
                    <a:pt x="7291" y="227816"/>
                  </a:cubicBezTo>
                  <a:cubicBezTo>
                    <a:pt x="635" y="216989"/>
                    <a:pt x="0" y="203504"/>
                    <a:pt x="5610" y="192100"/>
                  </a:cubicBezTo>
                  <a:lnTo>
                    <a:pt x="6867" y="189750"/>
                  </a:lnTo>
                  <a:lnTo>
                    <a:pt x="109864" y="17818"/>
                  </a:lnTo>
                  <a:cubicBezTo>
                    <a:pt x="116570" y="6758"/>
                    <a:pt x="128565" y="3"/>
                    <a:pt x="141499" y="0"/>
                  </a:cubicBezTo>
                  <a:close/>
                  <a:moveTo>
                    <a:pt x="141626" y="169291"/>
                  </a:moveTo>
                  <a:lnTo>
                    <a:pt x="140013" y="169379"/>
                  </a:lnTo>
                  <a:cubicBezTo>
                    <a:pt x="133625" y="170139"/>
                    <a:pt x="128813" y="175557"/>
                    <a:pt x="128813" y="181991"/>
                  </a:cubicBezTo>
                  <a:cubicBezTo>
                    <a:pt x="128813" y="188424"/>
                    <a:pt x="133625" y="193842"/>
                    <a:pt x="140013" y="194602"/>
                  </a:cubicBezTo>
                  <a:lnTo>
                    <a:pt x="141499" y="194691"/>
                  </a:lnTo>
                  <a:lnTo>
                    <a:pt x="143112" y="194602"/>
                  </a:lnTo>
                  <a:cubicBezTo>
                    <a:pt x="149501" y="193842"/>
                    <a:pt x="154312" y="188424"/>
                    <a:pt x="154312" y="181991"/>
                  </a:cubicBezTo>
                  <a:cubicBezTo>
                    <a:pt x="154312" y="175557"/>
                    <a:pt x="149501" y="170139"/>
                    <a:pt x="143112" y="169379"/>
                  </a:cubicBezTo>
                  <a:lnTo>
                    <a:pt x="141626" y="169291"/>
                  </a:lnTo>
                  <a:close/>
                  <a:moveTo>
                    <a:pt x="141499" y="80391"/>
                  </a:moveTo>
                  <a:cubicBezTo>
                    <a:pt x="135061" y="80392"/>
                    <a:pt x="129641" y="85211"/>
                    <a:pt x="128888" y="91605"/>
                  </a:cubicBezTo>
                  <a:lnTo>
                    <a:pt x="128799" y="93091"/>
                  </a:lnTo>
                  <a:lnTo>
                    <a:pt x="128799" y="143891"/>
                  </a:lnTo>
                  <a:lnTo>
                    <a:pt x="128888" y="145377"/>
                  </a:lnTo>
                  <a:cubicBezTo>
                    <a:pt x="129648" y="151765"/>
                    <a:pt x="135065" y="156576"/>
                    <a:pt x="141499" y="156576"/>
                  </a:cubicBezTo>
                  <a:cubicBezTo>
                    <a:pt x="147933" y="156576"/>
                    <a:pt x="153350" y="151765"/>
                    <a:pt x="154110" y="145377"/>
                  </a:cubicBezTo>
                  <a:lnTo>
                    <a:pt x="154199" y="143891"/>
                  </a:lnTo>
                  <a:lnTo>
                    <a:pt x="154199" y="93091"/>
                  </a:lnTo>
                  <a:lnTo>
                    <a:pt x="154110" y="91605"/>
                  </a:lnTo>
                  <a:cubicBezTo>
                    <a:pt x="153357" y="85211"/>
                    <a:pt x="147938" y="80392"/>
                    <a:pt x="141499" y="803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2406" y="1910715"/>
              <a:ext cx="33390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커머스에는 기회만 있는 것이 아님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2343150"/>
            <a:ext cx="8686800" cy="4400550"/>
            <a:chOff x="533400" y="2343150"/>
            <a:chExt cx="8686800" cy="4400550"/>
          </a:xfrm>
        </p:grpSpPr>
        <p:grpSp>
          <p:nvGrpSpPr>
            <p:cNvPr id="15" name="Group 15"/>
            <p:cNvGrpSpPr/>
            <p:nvPr/>
          </p:nvGrpSpPr>
          <p:grpSpPr>
            <a:xfrm>
              <a:off x="533400" y="2343150"/>
              <a:ext cx="4229100" cy="1390650"/>
              <a:chOff x="533400" y="2343150"/>
              <a:chExt cx="4229100" cy="13906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343150"/>
                <a:ext cx="4229100" cy="1390650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71906" y="2529840"/>
                <a:ext cx="10579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잘못된 정보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2668" y="2927032"/>
                <a:ext cx="176971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AI가 틀린 시장정보나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72668" y="3231832"/>
                <a:ext cx="242374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허위 데이터를 제시할 수 있음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991100" y="2343150"/>
              <a:ext cx="4229100" cy="1390650"/>
              <a:chOff x="4991100" y="2343150"/>
              <a:chExt cx="4229100" cy="13906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991100" y="2343150"/>
                <a:ext cx="4229100" cy="1390650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229606" y="2529840"/>
                <a:ext cx="79508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과장광고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230368" y="2927032"/>
                <a:ext cx="176009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 효능을 지나치게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230368" y="3231832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부풀릴 위험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33400" y="3848100"/>
              <a:ext cx="4229100" cy="1390650"/>
              <a:chOff x="533400" y="3848100"/>
              <a:chExt cx="4229100" cy="13906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33400" y="3848100"/>
                <a:ext cx="4229100" cy="1390650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71906" y="4034790"/>
                <a:ext cx="8592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가짜 리뷰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72668" y="4431982"/>
                <a:ext cx="140423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AI로 허위 리뷰를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2668" y="4736782"/>
                <a:ext cx="10291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만들 수 있음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991100" y="3848100"/>
              <a:ext cx="4229100" cy="1390650"/>
              <a:chOff x="4991100" y="3848100"/>
              <a:chExt cx="4229100" cy="13906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991100" y="3848100"/>
                <a:ext cx="4229100" cy="1390650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229606" y="4034790"/>
                <a:ext cx="10579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저작권 문제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30368" y="4431982"/>
                <a:ext cx="167032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이미지, 문구, 디자인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230368" y="4736782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침해 가능성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5353050"/>
              <a:ext cx="4229100" cy="1390650"/>
              <a:chOff x="533400" y="5353050"/>
              <a:chExt cx="4229100" cy="13906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5353050"/>
                <a:ext cx="4229100" cy="1390650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1906" y="5539740"/>
                <a:ext cx="125675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개인정보 문제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2668" y="5936932"/>
                <a:ext cx="157735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 데이터 수집과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72668" y="6241732"/>
                <a:ext cx="139461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활용의 윤리 문제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991100" y="5353050"/>
              <a:ext cx="4229100" cy="1390650"/>
              <a:chOff x="4991100" y="5353050"/>
              <a:chExt cx="4229100" cy="13906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991100" y="5353050"/>
                <a:ext cx="4229100" cy="1390650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229606" y="5539740"/>
                <a:ext cx="10579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플랫폼 의존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30368" y="5936932"/>
                <a:ext cx="133690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알고리즘 변화와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230368" y="6241732"/>
                <a:ext cx="121187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계정 정지 위험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23 / 41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7304" y="6957060"/>
            <a:ext cx="250549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AI는 커머스 가치사슬을 어떻게 바꾸는가?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933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AI는 커머스 가치사슬을 어떻게 바꾸는가?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705595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활용의 위험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2038350"/>
            <a:ext cx="4095750" cy="1638300"/>
            <a:chOff x="533400" y="2038350"/>
            <a:chExt cx="4095750" cy="1638300"/>
          </a:xfrm>
        </p:grpSpPr>
        <p:sp>
          <p:nvSpPr>
            <p:cNvPr id="8" name="Rectangle 8"/>
            <p:cNvSpPr/>
            <p:nvPr/>
          </p:nvSpPr>
          <p:spPr>
            <a:xfrm>
              <a:off x="533400" y="2038350"/>
              <a:ext cx="4095750" cy="1638300"/>
            </a:xfrm>
            <a:prstGeom prst="roundRect">
              <a:avLst>
                <a:gd name="adj" fmla="val 9302"/>
              </a:avLst>
            </a:prstGeom>
            <a:solidFill>
              <a:srgbClr val="FCF1D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18503" y="229552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094" y="2799398"/>
              <a:ext cx="125835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AI를 잘 쓰는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094" y="3142298"/>
              <a:ext cx="115095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사람은 빠름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33143" y="2723198"/>
            <a:ext cx="487313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" sz="1950" b="1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BUT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124450" y="2038350"/>
            <a:ext cx="4095750" cy="1638300"/>
            <a:chOff x="5124450" y="2038350"/>
            <a:chExt cx="4095750" cy="1638300"/>
          </a:xfrm>
        </p:grpSpPr>
        <p:sp>
          <p:nvSpPr>
            <p:cNvPr id="14" name="Rectangle 14"/>
            <p:cNvSpPr/>
            <p:nvPr/>
          </p:nvSpPr>
          <p:spPr>
            <a:xfrm>
              <a:off x="5124450" y="2038350"/>
              <a:ext cx="4095750" cy="1638300"/>
            </a:xfrm>
            <a:prstGeom prst="roundRect">
              <a:avLst>
                <a:gd name="adj" fmla="val 9302"/>
              </a:avLst>
            </a:prstGeom>
            <a:solidFill>
              <a:srgbClr val="FBEDE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365313" y="2290810"/>
              <a:ext cx="318208" cy="276120"/>
            </a:xfrm>
            <a:custGeom>
              <a:avLst/>
              <a:gdLst/>
              <a:ahLst/>
              <a:cxnLst/>
              <a:rect l="l" t="t" r="r" b="b"/>
              <a:pathLst>
                <a:path w="318208" h="276120">
                  <a:moveTo>
                    <a:pt x="159187" y="0"/>
                  </a:moveTo>
                  <a:cubicBezTo>
                    <a:pt x="172832" y="0"/>
                    <a:pt x="185547" y="6672"/>
                    <a:pt x="193334" y="17817"/>
                  </a:cubicBezTo>
                  <a:lnTo>
                    <a:pt x="194834" y="20103"/>
                  </a:lnTo>
                  <a:lnTo>
                    <a:pt x="310763" y="213670"/>
                  </a:lnTo>
                  <a:cubicBezTo>
                    <a:pt x="317925" y="226073"/>
                    <a:pt x="318208" y="241287"/>
                    <a:pt x="311513" y="253949"/>
                  </a:cubicBezTo>
                  <a:cubicBezTo>
                    <a:pt x="304818" y="266610"/>
                    <a:pt x="292085" y="274941"/>
                    <a:pt x="277802" y="276006"/>
                  </a:cubicBezTo>
                  <a:lnTo>
                    <a:pt x="275016" y="276120"/>
                  </a:lnTo>
                  <a:lnTo>
                    <a:pt x="43201" y="276120"/>
                  </a:lnTo>
                  <a:cubicBezTo>
                    <a:pt x="28904" y="275959"/>
                    <a:pt x="15690" y="268473"/>
                    <a:pt x="8202" y="256293"/>
                  </a:cubicBezTo>
                  <a:cubicBezTo>
                    <a:pt x="714" y="244113"/>
                    <a:pt x="0" y="228942"/>
                    <a:pt x="6311" y="216113"/>
                  </a:cubicBezTo>
                  <a:lnTo>
                    <a:pt x="7725" y="213470"/>
                  </a:lnTo>
                  <a:lnTo>
                    <a:pt x="123597" y="20045"/>
                  </a:lnTo>
                  <a:cubicBezTo>
                    <a:pt x="131142" y="7603"/>
                    <a:pt x="144636" y="3"/>
                    <a:pt x="159187" y="0"/>
                  </a:cubicBezTo>
                  <a:close/>
                  <a:moveTo>
                    <a:pt x="159330" y="190452"/>
                  </a:moveTo>
                  <a:lnTo>
                    <a:pt x="157515" y="190552"/>
                  </a:lnTo>
                  <a:cubicBezTo>
                    <a:pt x="150328" y="191407"/>
                    <a:pt x="144915" y="197502"/>
                    <a:pt x="144915" y="204740"/>
                  </a:cubicBezTo>
                  <a:cubicBezTo>
                    <a:pt x="144915" y="211978"/>
                    <a:pt x="150328" y="218072"/>
                    <a:pt x="157515" y="218927"/>
                  </a:cubicBezTo>
                  <a:lnTo>
                    <a:pt x="159187" y="219027"/>
                  </a:lnTo>
                  <a:lnTo>
                    <a:pt x="161002" y="218927"/>
                  </a:lnTo>
                  <a:cubicBezTo>
                    <a:pt x="168189" y="218072"/>
                    <a:pt x="173601" y="211978"/>
                    <a:pt x="173601" y="204740"/>
                  </a:cubicBezTo>
                  <a:cubicBezTo>
                    <a:pt x="173601" y="197502"/>
                    <a:pt x="168189" y="191407"/>
                    <a:pt x="161002" y="190552"/>
                  </a:cubicBezTo>
                  <a:lnTo>
                    <a:pt x="159330" y="190452"/>
                  </a:lnTo>
                  <a:close/>
                  <a:moveTo>
                    <a:pt x="159187" y="90440"/>
                  </a:moveTo>
                  <a:cubicBezTo>
                    <a:pt x="151944" y="90441"/>
                    <a:pt x="145847" y="95862"/>
                    <a:pt x="145000" y="103056"/>
                  </a:cubicBezTo>
                  <a:lnTo>
                    <a:pt x="144900" y="104727"/>
                  </a:lnTo>
                  <a:lnTo>
                    <a:pt x="144900" y="161877"/>
                  </a:lnTo>
                  <a:lnTo>
                    <a:pt x="145000" y="163549"/>
                  </a:lnTo>
                  <a:cubicBezTo>
                    <a:pt x="145854" y="170736"/>
                    <a:pt x="151949" y="176149"/>
                    <a:pt x="159187" y="176149"/>
                  </a:cubicBezTo>
                  <a:cubicBezTo>
                    <a:pt x="166425" y="176149"/>
                    <a:pt x="172520" y="170736"/>
                    <a:pt x="173375" y="163549"/>
                  </a:cubicBezTo>
                  <a:lnTo>
                    <a:pt x="173475" y="161877"/>
                  </a:lnTo>
                  <a:lnTo>
                    <a:pt x="173475" y="104727"/>
                  </a:lnTo>
                  <a:lnTo>
                    <a:pt x="173375" y="103056"/>
                  </a:lnTo>
                  <a:cubicBezTo>
                    <a:pt x="172527" y="95862"/>
                    <a:pt x="166430" y="90441"/>
                    <a:pt x="159187" y="904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43144" y="2799398"/>
              <a:ext cx="190757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AI를 검증하지 않는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43144" y="3142298"/>
              <a:ext cx="186910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사람은 빠르게 틀림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3943350"/>
            <a:ext cx="8686800" cy="1066800"/>
            <a:chOff x="533400" y="3943350"/>
            <a:chExt cx="86868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533400" y="3943350"/>
              <a:ext cx="868680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056" y="4168140"/>
              <a:ext cx="51087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커머스에서는 한 번의 과장광고, 한 번의 허위정보,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4549140"/>
              <a:ext cx="388407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한 번의 CS 실패가 신뢰를 무너뜨릴 수 있음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14500" y="5048250"/>
            <a:ext cx="6324600" cy="1257300"/>
            <a:chOff x="1714500" y="5048250"/>
            <a:chExt cx="6324600" cy="1257300"/>
          </a:xfrm>
        </p:grpSpPr>
        <p:sp>
          <p:nvSpPr>
            <p:cNvPr id="23" name="Line 23"/>
            <p:cNvSpPr/>
            <p:nvPr/>
          </p:nvSpPr>
          <p:spPr>
            <a:xfrm>
              <a:off x="4876800" y="50482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14500" y="5467350"/>
              <a:ext cx="6324600" cy="83820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060456" y="57435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7687" y="100"/>
                  </a:moveTo>
                  <a:lnTo>
                    <a:pt x="149316" y="0"/>
                  </a:ln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61844" y="5790248"/>
              <a:ext cx="362439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rgbClr val="FDF6F4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활용 → 신뢰 / 윤리 / 리스크 관리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24 / 41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7304" y="6957060"/>
            <a:ext cx="250549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AI는 커머스 가치사슬을 어떻게 바꾸는가?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" cy="73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394177" y="1066800"/>
            <a:ext cx="2654573" cy="2769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8000" b="1" dirty="0">
                <a:solidFill>
                  <a:srgbClr val="F1E2DB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38200" y="2324100"/>
            <a:ext cx="6277173" cy="2743200"/>
            <a:chOff x="838200" y="2324100"/>
            <a:chExt cx="6277173" cy="2743200"/>
          </a:xfrm>
        </p:grpSpPr>
        <p:sp>
          <p:nvSpPr>
            <p:cNvPr id="4" name="Ellipse 4"/>
            <p:cNvSpPr/>
            <p:nvPr/>
          </p:nvSpPr>
          <p:spPr>
            <a:xfrm>
              <a:off x="838200" y="232410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1034487" y="2517453"/>
              <a:ext cx="430963" cy="433897"/>
            </a:xfrm>
            <a:custGeom>
              <a:avLst/>
              <a:gdLst/>
              <a:ahLst/>
              <a:cxnLst/>
              <a:rect l="l" t="t" r="r" b="b"/>
              <a:pathLst>
                <a:path w="430963" h="433897">
                  <a:moveTo>
                    <a:pt x="264089" y="41495"/>
                  </a:moveTo>
                  <a:cubicBezTo>
                    <a:pt x="305406" y="65346"/>
                    <a:pt x="334387" y="105904"/>
                    <a:pt x="343565" y="152720"/>
                  </a:cubicBezTo>
                  <a:cubicBezTo>
                    <a:pt x="352743" y="199536"/>
                    <a:pt x="341221" y="248034"/>
                    <a:pt x="311968" y="285720"/>
                  </a:cubicBezTo>
                  <a:lnTo>
                    <a:pt x="423142" y="396894"/>
                  </a:lnTo>
                  <a:cubicBezTo>
                    <a:pt x="430963" y="404992"/>
                    <a:pt x="430851" y="417864"/>
                    <a:pt x="422891" y="425824"/>
                  </a:cubicBezTo>
                  <a:cubicBezTo>
                    <a:pt x="414930" y="433785"/>
                    <a:pt x="402058" y="433897"/>
                    <a:pt x="393961" y="426076"/>
                  </a:cubicBezTo>
                  <a:lnTo>
                    <a:pt x="282766" y="314902"/>
                  </a:lnTo>
                  <a:cubicBezTo>
                    <a:pt x="217220" y="365762"/>
                    <a:pt x="124111" y="360082"/>
                    <a:pt x="65234" y="301631"/>
                  </a:cubicBezTo>
                  <a:cubicBezTo>
                    <a:pt x="6357" y="243181"/>
                    <a:pt x="0" y="150115"/>
                    <a:pt x="50382" y="84202"/>
                  </a:cubicBezTo>
                  <a:cubicBezTo>
                    <a:pt x="100764" y="18288"/>
                    <a:pt x="192236" y="0"/>
                    <a:pt x="264089" y="4147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7250" y="3470910"/>
              <a:ext cx="230351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7250" y="4156710"/>
              <a:ext cx="625812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AI 커머스의 주요 사례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5350" y="4953000"/>
              <a:ext cx="14287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33505" y="5922348"/>
            <a:ext cx="4854522" cy="333971"/>
            <a:chOff x="933505" y="5922348"/>
            <a:chExt cx="4854522" cy="333971"/>
          </a:xfrm>
        </p:grpSpPr>
        <p:sp>
          <p:nvSpPr>
            <p:cNvPr id="10" name="Freeform 10"/>
            <p:cNvSpPr/>
            <p:nvPr/>
          </p:nvSpPr>
          <p:spPr>
            <a:xfrm>
              <a:off x="933505" y="5922348"/>
              <a:ext cx="331510" cy="333767"/>
            </a:xfrm>
            <a:custGeom>
              <a:avLst/>
              <a:gdLst/>
              <a:ahLst/>
              <a:cxnLst/>
              <a:rect l="l" t="t" r="r" b="b"/>
              <a:pathLst>
                <a:path w="331510" h="333767">
                  <a:moveTo>
                    <a:pt x="203145" y="31920"/>
                  </a:moveTo>
                  <a:cubicBezTo>
                    <a:pt x="234928" y="50266"/>
                    <a:pt x="257221" y="81464"/>
                    <a:pt x="264281" y="117477"/>
                  </a:cubicBezTo>
                  <a:cubicBezTo>
                    <a:pt x="271341" y="153490"/>
                    <a:pt x="262478" y="190796"/>
                    <a:pt x="239975" y="219785"/>
                  </a:cubicBezTo>
                  <a:lnTo>
                    <a:pt x="325494" y="305304"/>
                  </a:lnTo>
                  <a:cubicBezTo>
                    <a:pt x="331510" y="311533"/>
                    <a:pt x="331424" y="321434"/>
                    <a:pt x="325301" y="327557"/>
                  </a:cubicBezTo>
                  <a:cubicBezTo>
                    <a:pt x="319177" y="333681"/>
                    <a:pt x="309276" y="333767"/>
                    <a:pt x="303047" y="327751"/>
                  </a:cubicBezTo>
                  <a:lnTo>
                    <a:pt x="217512" y="242232"/>
                  </a:lnTo>
                  <a:cubicBezTo>
                    <a:pt x="167092" y="281355"/>
                    <a:pt x="95470" y="276986"/>
                    <a:pt x="50180" y="232024"/>
                  </a:cubicBezTo>
                  <a:cubicBezTo>
                    <a:pt x="4890" y="187062"/>
                    <a:pt x="0" y="115474"/>
                    <a:pt x="38755" y="64771"/>
                  </a:cubicBezTo>
                  <a:cubicBezTo>
                    <a:pt x="77511" y="14068"/>
                    <a:pt x="147874" y="0"/>
                    <a:pt x="203145" y="3190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83800" y="5935704"/>
              <a:ext cx="328200" cy="319047"/>
            </a:xfrm>
            <a:custGeom>
              <a:avLst/>
              <a:gdLst/>
              <a:ahLst/>
              <a:cxnLst/>
              <a:rect l="l" t="t" r="r" b="b"/>
              <a:pathLst>
                <a:path w="328200" h="319047">
                  <a:moveTo>
                    <a:pt x="175324" y="6197"/>
                  </a:moveTo>
                  <a:lnTo>
                    <a:pt x="318199" y="149073"/>
                  </a:lnTo>
                  <a:cubicBezTo>
                    <a:pt x="328200" y="159074"/>
                    <a:pt x="321120" y="176171"/>
                    <a:pt x="306975" y="176171"/>
                  </a:cubicBezTo>
                  <a:lnTo>
                    <a:pt x="291100" y="176171"/>
                  </a:lnTo>
                  <a:lnTo>
                    <a:pt x="291100" y="271421"/>
                  </a:lnTo>
                  <a:cubicBezTo>
                    <a:pt x="291100" y="297724"/>
                    <a:pt x="269778" y="319047"/>
                    <a:pt x="243475" y="319047"/>
                  </a:cubicBezTo>
                  <a:lnTo>
                    <a:pt x="227600" y="319047"/>
                  </a:lnTo>
                  <a:lnTo>
                    <a:pt x="227600" y="207921"/>
                  </a:lnTo>
                  <a:cubicBezTo>
                    <a:pt x="227602" y="182703"/>
                    <a:pt x="207944" y="161855"/>
                    <a:pt x="182769" y="160376"/>
                  </a:cubicBezTo>
                  <a:lnTo>
                    <a:pt x="179975" y="160296"/>
                  </a:lnTo>
                  <a:lnTo>
                    <a:pt x="148225" y="160296"/>
                  </a:lnTo>
                  <a:cubicBezTo>
                    <a:pt x="121923" y="160296"/>
                    <a:pt x="100600" y="181619"/>
                    <a:pt x="100600" y="207921"/>
                  </a:cubicBezTo>
                  <a:lnTo>
                    <a:pt x="100600" y="319047"/>
                  </a:lnTo>
                  <a:lnTo>
                    <a:pt x="84725" y="319047"/>
                  </a:lnTo>
                  <a:cubicBezTo>
                    <a:pt x="58422" y="319047"/>
                    <a:pt x="37100" y="297724"/>
                    <a:pt x="37100" y="271421"/>
                  </a:cubicBezTo>
                  <a:lnTo>
                    <a:pt x="37100" y="176171"/>
                  </a:lnTo>
                  <a:lnTo>
                    <a:pt x="21225" y="176171"/>
                  </a:lnTo>
                  <a:cubicBezTo>
                    <a:pt x="7096" y="176171"/>
                    <a:pt x="0" y="159074"/>
                    <a:pt x="10001" y="149073"/>
                  </a:cubicBezTo>
                  <a:lnTo>
                    <a:pt x="152877" y="6197"/>
                  </a:lnTo>
                  <a:cubicBezTo>
                    <a:pt x="159076" y="0"/>
                    <a:pt x="169125" y="0"/>
                    <a:pt x="175324" y="6197"/>
                  </a:cubicBezTo>
                  <a:moveTo>
                    <a:pt x="179975" y="192046"/>
                  </a:moveTo>
                  <a:cubicBezTo>
                    <a:pt x="188743" y="192046"/>
                    <a:pt x="195850" y="199154"/>
                    <a:pt x="195850" y="207921"/>
                  </a:cubicBezTo>
                  <a:lnTo>
                    <a:pt x="195850" y="319047"/>
                  </a:lnTo>
                  <a:lnTo>
                    <a:pt x="132350" y="319047"/>
                  </a:lnTo>
                  <a:lnTo>
                    <a:pt x="132350" y="207921"/>
                  </a:lnTo>
                  <a:cubicBezTo>
                    <a:pt x="132351" y="199873"/>
                    <a:pt x="138375" y="193099"/>
                    <a:pt x="146368" y="192157"/>
                  </a:cubicBezTo>
                  <a:lnTo>
                    <a:pt x="148225" y="192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225783" y="5937250"/>
              <a:ext cx="323872" cy="317578"/>
            </a:xfrm>
            <a:custGeom>
              <a:avLst/>
              <a:gdLst/>
              <a:ahLst/>
              <a:cxnLst/>
              <a:rect l="l" t="t" r="r" b="b"/>
              <a:pathLst>
                <a:path w="323872" h="317578">
                  <a:moveTo>
                    <a:pt x="229935" y="0"/>
                  </a:moveTo>
                  <a:lnTo>
                    <a:pt x="165117" y="0"/>
                  </a:lnTo>
                  <a:cubicBezTo>
                    <a:pt x="156350" y="0"/>
                    <a:pt x="149242" y="7107"/>
                    <a:pt x="149242" y="15875"/>
                  </a:cubicBezTo>
                  <a:lnTo>
                    <a:pt x="149242" y="198438"/>
                  </a:lnTo>
                  <a:cubicBezTo>
                    <a:pt x="149248" y="209331"/>
                    <a:pt x="141861" y="218839"/>
                    <a:pt x="131304" y="221526"/>
                  </a:cubicBezTo>
                  <a:cubicBezTo>
                    <a:pt x="120748" y="224214"/>
                    <a:pt x="109714" y="219395"/>
                    <a:pt x="104510" y="209826"/>
                  </a:cubicBezTo>
                  <a:cubicBezTo>
                    <a:pt x="99306" y="200256"/>
                    <a:pt x="101259" y="188375"/>
                    <a:pt x="109253" y="180975"/>
                  </a:cubicBezTo>
                  <a:lnTo>
                    <a:pt x="111158" y="179388"/>
                  </a:lnTo>
                  <a:cubicBezTo>
                    <a:pt x="115149" y="176386"/>
                    <a:pt x="117496" y="171682"/>
                    <a:pt x="117492" y="166688"/>
                  </a:cubicBezTo>
                  <a:lnTo>
                    <a:pt x="117492" y="98012"/>
                  </a:lnTo>
                  <a:cubicBezTo>
                    <a:pt x="117496" y="93158"/>
                    <a:pt x="115278" y="88568"/>
                    <a:pt x="111472" y="85554"/>
                  </a:cubicBezTo>
                  <a:cubicBezTo>
                    <a:pt x="107666" y="82540"/>
                    <a:pt x="102690" y="81434"/>
                    <a:pt x="97966" y="82550"/>
                  </a:cubicBezTo>
                  <a:cubicBezTo>
                    <a:pt x="39111" y="96421"/>
                    <a:pt x="0" y="152203"/>
                    <a:pt x="7020" y="212261"/>
                  </a:cubicBezTo>
                  <a:cubicBezTo>
                    <a:pt x="14041" y="272319"/>
                    <a:pt x="64963" y="317578"/>
                    <a:pt x="125430" y="317501"/>
                  </a:cubicBezTo>
                  <a:lnTo>
                    <a:pt x="129287" y="317421"/>
                  </a:lnTo>
                  <a:cubicBezTo>
                    <a:pt x="193502" y="315340"/>
                    <a:pt x="244483" y="262686"/>
                    <a:pt x="244492" y="198438"/>
                  </a:cubicBezTo>
                  <a:lnTo>
                    <a:pt x="244492" y="155575"/>
                  </a:lnTo>
                  <a:lnTo>
                    <a:pt x="249429" y="158004"/>
                  </a:lnTo>
                  <a:cubicBezTo>
                    <a:pt x="267241" y="166418"/>
                    <a:pt x="286466" y="171784"/>
                    <a:pt x="306421" y="173768"/>
                  </a:cubicBezTo>
                  <a:cubicBezTo>
                    <a:pt x="310885" y="174212"/>
                    <a:pt x="315329" y="172747"/>
                    <a:pt x="318653" y="169734"/>
                  </a:cubicBezTo>
                  <a:cubicBezTo>
                    <a:pt x="321977" y="166721"/>
                    <a:pt x="323872" y="162443"/>
                    <a:pt x="323868" y="157957"/>
                  </a:cubicBezTo>
                  <a:lnTo>
                    <a:pt x="323868" y="93933"/>
                  </a:lnTo>
                  <a:cubicBezTo>
                    <a:pt x="323867" y="86183"/>
                    <a:pt x="318270" y="79566"/>
                    <a:pt x="310628" y="78280"/>
                  </a:cubicBezTo>
                  <a:cubicBezTo>
                    <a:pt x="277332" y="72630"/>
                    <a:pt x="251245" y="46550"/>
                    <a:pt x="245588" y="13256"/>
                  </a:cubicBezTo>
                  <a:cubicBezTo>
                    <a:pt x="244308" y="5607"/>
                    <a:pt x="237690" y="2"/>
                    <a:pt x="2299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375150" y="5953125"/>
              <a:ext cx="317501" cy="303194"/>
            </a:xfrm>
            <a:custGeom>
              <a:avLst/>
              <a:gdLst/>
              <a:ahLst/>
              <a:cxnLst/>
              <a:rect l="l" t="t" r="r" b="b"/>
              <a:pathLst>
                <a:path w="317501" h="303194">
                  <a:moveTo>
                    <a:pt x="254001" y="0"/>
                  </a:moveTo>
                  <a:cubicBezTo>
                    <a:pt x="289071" y="0"/>
                    <a:pt x="317501" y="28430"/>
                    <a:pt x="317501" y="63500"/>
                  </a:cubicBezTo>
                  <a:lnTo>
                    <a:pt x="317501" y="190500"/>
                  </a:lnTo>
                  <a:cubicBezTo>
                    <a:pt x="317501" y="225571"/>
                    <a:pt x="289071" y="254001"/>
                    <a:pt x="254001" y="254001"/>
                  </a:cubicBezTo>
                  <a:lnTo>
                    <a:pt x="212948" y="254001"/>
                  </a:lnTo>
                  <a:lnTo>
                    <a:pt x="169974" y="296974"/>
                  </a:lnTo>
                  <a:cubicBezTo>
                    <a:pt x="164318" y="302629"/>
                    <a:pt x="155339" y="303194"/>
                    <a:pt x="149019" y="298292"/>
                  </a:cubicBezTo>
                  <a:lnTo>
                    <a:pt x="147527" y="296974"/>
                  </a:lnTo>
                  <a:lnTo>
                    <a:pt x="104537" y="254001"/>
                  </a:lnTo>
                  <a:lnTo>
                    <a:pt x="63500" y="254001"/>
                  </a:lnTo>
                  <a:cubicBezTo>
                    <a:pt x="29664" y="254001"/>
                    <a:pt x="1771" y="227469"/>
                    <a:pt x="79" y="193675"/>
                  </a:cubicBezTo>
                  <a:lnTo>
                    <a:pt x="0" y="190500"/>
                  </a:ln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  <a:moveTo>
                    <a:pt x="190500" y="142875"/>
                  </a:moveTo>
                  <a:lnTo>
                    <a:pt x="95250" y="142875"/>
                  </a:lnTo>
                  <a:cubicBezTo>
                    <a:pt x="86483" y="142875"/>
                    <a:pt x="79375" y="149983"/>
                    <a:pt x="79375" y="158750"/>
                  </a:cubicBezTo>
                  <a:cubicBezTo>
                    <a:pt x="79375" y="167518"/>
                    <a:pt x="86483" y="174625"/>
                    <a:pt x="95250" y="174625"/>
                  </a:cubicBezTo>
                  <a:lnTo>
                    <a:pt x="190500" y="174625"/>
                  </a:lnTo>
                  <a:cubicBezTo>
                    <a:pt x="199268" y="174625"/>
                    <a:pt x="206375" y="167518"/>
                    <a:pt x="206375" y="158750"/>
                  </a:cubicBezTo>
                  <a:cubicBezTo>
                    <a:pt x="206375" y="149983"/>
                    <a:pt x="199268" y="142875"/>
                    <a:pt x="190500" y="142875"/>
                  </a:cubicBezTo>
                  <a:moveTo>
                    <a:pt x="222250" y="79375"/>
                  </a:moveTo>
                  <a:lnTo>
                    <a:pt x="95250" y="79375"/>
                  </a:lnTo>
                  <a:cubicBezTo>
                    <a:pt x="86483" y="79375"/>
                    <a:pt x="79375" y="86483"/>
                    <a:pt x="79375" y="95250"/>
                  </a:cubicBezTo>
                  <a:cubicBezTo>
                    <a:pt x="79375" y="104018"/>
                    <a:pt x="86483" y="111125"/>
                    <a:pt x="95250" y="111125"/>
                  </a:cubicBezTo>
                  <a:lnTo>
                    <a:pt x="222250" y="111125"/>
                  </a:lnTo>
                  <a:cubicBezTo>
                    <a:pt x="231018" y="111125"/>
                    <a:pt x="238125" y="104018"/>
                    <a:pt x="238125" y="95250"/>
                  </a:cubicBezTo>
                  <a:cubicBezTo>
                    <a:pt x="238125" y="86483"/>
                    <a:pt x="231018" y="79375"/>
                    <a:pt x="222250" y="7937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565774" y="5937249"/>
              <a:ext cx="222253" cy="317503"/>
            </a:xfrm>
            <a:custGeom>
              <a:avLst/>
              <a:gdLst/>
              <a:ahLst/>
              <a:cxnLst/>
              <a:rect l="l" t="t" r="r" b="b"/>
              <a:pathLst>
                <a:path w="222253" h="317503">
                  <a:moveTo>
                    <a:pt x="174627" y="1"/>
                  </a:moveTo>
                  <a:cubicBezTo>
                    <a:pt x="199845" y="0"/>
                    <a:pt x="220693" y="19658"/>
                    <a:pt x="222172" y="44832"/>
                  </a:cubicBezTo>
                  <a:lnTo>
                    <a:pt x="222252" y="47627"/>
                  </a:lnTo>
                  <a:lnTo>
                    <a:pt x="222252" y="269877"/>
                  </a:lnTo>
                  <a:cubicBezTo>
                    <a:pt x="222253" y="295095"/>
                    <a:pt x="202596" y="315943"/>
                    <a:pt x="177421" y="317423"/>
                  </a:cubicBezTo>
                  <a:lnTo>
                    <a:pt x="174627" y="317502"/>
                  </a:lnTo>
                  <a:lnTo>
                    <a:pt x="47627" y="317502"/>
                  </a:lnTo>
                  <a:cubicBezTo>
                    <a:pt x="22408" y="317503"/>
                    <a:pt x="1560" y="297846"/>
                    <a:pt x="81" y="272671"/>
                  </a:cubicBezTo>
                  <a:lnTo>
                    <a:pt x="1" y="269877"/>
                  </a:lnTo>
                  <a:lnTo>
                    <a:pt x="1" y="47627"/>
                  </a:lnTo>
                  <a:cubicBezTo>
                    <a:pt x="0" y="22408"/>
                    <a:pt x="19658" y="1560"/>
                    <a:pt x="44832" y="81"/>
                  </a:cubicBezTo>
                  <a:lnTo>
                    <a:pt x="47627" y="1"/>
                  </a:lnTo>
                  <a:lnTo>
                    <a:pt x="174627" y="1"/>
                  </a:lnTo>
                  <a:close/>
                  <a:moveTo>
                    <a:pt x="111127" y="222252"/>
                  </a:moveTo>
                  <a:cubicBezTo>
                    <a:pt x="103078" y="222253"/>
                    <a:pt x="96304" y="228277"/>
                    <a:pt x="95363" y="236270"/>
                  </a:cubicBezTo>
                  <a:lnTo>
                    <a:pt x="95252" y="238127"/>
                  </a:lnTo>
                  <a:lnTo>
                    <a:pt x="95363" y="240143"/>
                  </a:lnTo>
                  <a:cubicBezTo>
                    <a:pt x="96313" y="248129"/>
                    <a:pt x="103084" y="254143"/>
                    <a:pt x="111127" y="254143"/>
                  </a:cubicBezTo>
                  <a:cubicBezTo>
                    <a:pt x="119169" y="254143"/>
                    <a:pt x="125941" y="248129"/>
                    <a:pt x="126891" y="240143"/>
                  </a:cubicBezTo>
                  <a:lnTo>
                    <a:pt x="127002" y="238286"/>
                  </a:lnTo>
                  <a:lnTo>
                    <a:pt x="126891" y="236270"/>
                  </a:lnTo>
                  <a:cubicBezTo>
                    <a:pt x="125949" y="228277"/>
                    <a:pt x="119175" y="222253"/>
                    <a:pt x="111127" y="222252"/>
                  </a:cubicBezTo>
                  <a:close/>
                  <a:moveTo>
                    <a:pt x="127002" y="31751"/>
                  </a:moveTo>
                  <a:lnTo>
                    <a:pt x="95252" y="31751"/>
                  </a:lnTo>
                  <a:lnTo>
                    <a:pt x="93394" y="31863"/>
                  </a:lnTo>
                  <a:cubicBezTo>
                    <a:pt x="85408" y="32812"/>
                    <a:pt x="79394" y="39584"/>
                    <a:pt x="79394" y="47627"/>
                  </a:cubicBezTo>
                  <a:cubicBezTo>
                    <a:pt x="79394" y="55669"/>
                    <a:pt x="85408" y="62441"/>
                    <a:pt x="93394" y="63390"/>
                  </a:cubicBezTo>
                  <a:lnTo>
                    <a:pt x="95252" y="63502"/>
                  </a:lnTo>
                  <a:lnTo>
                    <a:pt x="127002" y="63502"/>
                  </a:lnTo>
                  <a:lnTo>
                    <a:pt x="128859" y="63390"/>
                  </a:lnTo>
                  <a:cubicBezTo>
                    <a:pt x="136845" y="62441"/>
                    <a:pt x="142859" y="55669"/>
                    <a:pt x="142859" y="47627"/>
                  </a:cubicBezTo>
                  <a:cubicBezTo>
                    <a:pt x="142859" y="39584"/>
                    <a:pt x="136845" y="32812"/>
                    <a:pt x="128859" y="31863"/>
                  </a:cubicBezTo>
                  <a:lnTo>
                    <a:pt x="127002" y="317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25 / 41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5121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Amazon : 검색과 추천의 결합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4256" y="1977390"/>
            <a:ext cx="3691716" cy="1000899"/>
            <a:chOff x="524256" y="1977390"/>
            <a:chExt cx="3691716" cy="1000899"/>
          </a:xfrm>
        </p:grpSpPr>
        <p:sp>
          <p:nvSpPr>
            <p:cNvPr id="8" name="TextBox 8"/>
            <p:cNvSpPr txBox="1"/>
            <p:nvPr/>
          </p:nvSpPr>
          <p:spPr>
            <a:xfrm>
              <a:off x="524256" y="1977390"/>
              <a:ext cx="36917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전통적인 검색 기반 커머스의 대표 플랫폼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2396490"/>
              <a:ext cx="357950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고객은 검색어를 입력하고, 상품명, 리뷰,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2701290"/>
              <a:ext cx="22249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가격, 배송 조건을 비교함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3238500"/>
            <a:ext cx="3588596" cy="349389"/>
            <a:chOff x="533400" y="3238500"/>
            <a:chExt cx="3588596" cy="349389"/>
          </a:xfrm>
        </p:grpSpPr>
        <p:sp>
          <p:nvSpPr>
            <p:cNvPr id="12" name="Rectangle 12"/>
            <p:cNvSpPr/>
            <p:nvPr/>
          </p:nvSpPr>
          <p:spPr>
            <a:xfrm>
              <a:off x="533400" y="3238500"/>
              <a:ext cx="114300" cy="3238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6" y="3310890"/>
              <a:ext cx="33310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Amazon은 단순 검색 플랫폼이 아님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7700" y="3905250"/>
            <a:ext cx="8458200" cy="1752198"/>
            <a:chOff x="647700" y="3905250"/>
            <a:chExt cx="8458200" cy="1752198"/>
          </a:xfrm>
        </p:grpSpPr>
        <p:grpSp>
          <p:nvGrpSpPr>
            <p:cNvPr id="18" name="Group 18"/>
            <p:cNvGrpSpPr/>
            <p:nvPr/>
          </p:nvGrpSpPr>
          <p:grpSpPr>
            <a:xfrm>
              <a:off x="647700" y="4267200"/>
              <a:ext cx="990600" cy="1390248"/>
              <a:chOff x="647700" y="4267200"/>
              <a:chExt cx="990600" cy="1390248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647700" y="4267200"/>
                <a:ext cx="990600" cy="9906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1075" y="4584700"/>
                <a:ext cx="285976" cy="320967"/>
              </a:xfrm>
              <a:custGeom>
                <a:avLst/>
                <a:gdLst/>
                <a:ahLst/>
                <a:cxnLst/>
                <a:rect l="l" t="t" r="r" b="b"/>
                <a:pathLst>
                  <a:path w="285976" h="320967">
                    <a:moveTo>
                      <a:pt x="47625" y="0"/>
                    </a:moveTo>
                    <a:cubicBezTo>
                      <a:pt x="55673" y="1"/>
                      <a:pt x="62447" y="6025"/>
                      <a:pt x="63389" y="14018"/>
                    </a:cubicBezTo>
                    <a:lnTo>
                      <a:pt x="63500" y="15875"/>
                    </a:lnTo>
                    <a:lnTo>
                      <a:pt x="63500" y="32830"/>
                    </a:lnTo>
                    <a:lnTo>
                      <a:pt x="271003" y="47673"/>
                    </a:lnTo>
                    <a:cubicBezTo>
                      <a:pt x="279476" y="48273"/>
                      <a:pt x="285976" y="55437"/>
                      <a:pt x="285751" y="63929"/>
                    </a:cubicBezTo>
                    <a:lnTo>
                      <a:pt x="285592" y="65739"/>
                    </a:lnTo>
                    <a:lnTo>
                      <a:pt x="269717" y="176864"/>
                    </a:lnTo>
                    <a:cubicBezTo>
                      <a:pt x="268700" y="184021"/>
                      <a:pt x="262977" y="189588"/>
                      <a:pt x="255794" y="190405"/>
                    </a:cubicBezTo>
                    <a:lnTo>
                      <a:pt x="254001" y="190500"/>
                    </a:lnTo>
                    <a:lnTo>
                      <a:pt x="63500" y="190500"/>
                    </a:lnTo>
                    <a:lnTo>
                      <a:pt x="63500" y="222250"/>
                    </a:lnTo>
                    <a:lnTo>
                      <a:pt x="222250" y="222250"/>
                    </a:lnTo>
                    <a:cubicBezTo>
                      <a:pt x="248190" y="222252"/>
                      <a:pt x="269357" y="243011"/>
                      <a:pt x="269864" y="268945"/>
                    </a:cubicBezTo>
                    <a:cubicBezTo>
                      <a:pt x="270370" y="294880"/>
                      <a:pt x="250029" y="316450"/>
                      <a:pt x="224110" y="317464"/>
                    </a:cubicBezTo>
                    <a:cubicBezTo>
                      <a:pt x="198191" y="318479"/>
                      <a:pt x="176226" y="298564"/>
                      <a:pt x="174705" y="272670"/>
                    </a:cubicBezTo>
                    <a:lnTo>
                      <a:pt x="174625" y="269876"/>
                    </a:lnTo>
                    <a:lnTo>
                      <a:pt x="174705" y="267082"/>
                    </a:lnTo>
                    <a:cubicBezTo>
                      <a:pt x="174975" y="262510"/>
                      <a:pt x="175879" y="258128"/>
                      <a:pt x="177340" y="254001"/>
                    </a:cubicBezTo>
                    <a:lnTo>
                      <a:pt x="92536" y="254001"/>
                    </a:lnTo>
                    <a:cubicBezTo>
                      <a:pt x="98723" y="271551"/>
                      <a:pt x="94121" y="291099"/>
                      <a:pt x="80753" y="304046"/>
                    </a:cubicBezTo>
                    <a:cubicBezTo>
                      <a:pt x="67386" y="316993"/>
                      <a:pt x="47701" y="320967"/>
                      <a:pt x="30357" y="314222"/>
                    </a:cubicBezTo>
                    <a:cubicBezTo>
                      <a:pt x="13013" y="307476"/>
                      <a:pt x="1187" y="291246"/>
                      <a:pt x="79" y="272670"/>
                    </a:cubicBezTo>
                    <a:lnTo>
                      <a:pt x="0" y="269876"/>
                    </a:lnTo>
                    <a:lnTo>
                      <a:pt x="79" y="267082"/>
                    </a:lnTo>
                    <a:cubicBezTo>
                      <a:pt x="1203" y="247946"/>
                      <a:pt x="13681" y="231346"/>
                      <a:pt x="31750" y="224949"/>
                    </a:cubicBezTo>
                    <a:lnTo>
                      <a:pt x="31750" y="31750"/>
                    </a:lnTo>
                    <a:lnTo>
                      <a:pt x="15875" y="31750"/>
                    </a:lnTo>
                    <a:cubicBezTo>
                      <a:pt x="7827" y="31749"/>
                      <a:pt x="1053" y="25725"/>
                      <a:pt x="111" y="17732"/>
                    </a:cubicBezTo>
                    <a:lnTo>
                      <a:pt x="0" y="15875"/>
                    </a:lnTo>
                    <a:cubicBezTo>
                      <a:pt x="1" y="7827"/>
                      <a:pt x="6025" y="1053"/>
                      <a:pt x="14018" y="111"/>
                    </a:cubicBezTo>
                    <a:lnTo>
                      <a:pt x="15875" y="0"/>
                    </a:lnTo>
                    <a:lnTo>
                      <a:pt x="47625" y="0"/>
                    </a:lnTo>
                    <a:close/>
                    <a:moveTo>
                      <a:pt x="47625" y="254001"/>
                    </a:moveTo>
                    <a:cubicBezTo>
                      <a:pt x="38858" y="254001"/>
                      <a:pt x="31750" y="261108"/>
                      <a:pt x="31750" y="269876"/>
                    </a:cubicBezTo>
                    <a:cubicBezTo>
                      <a:pt x="31750" y="278643"/>
                      <a:pt x="38858" y="285751"/>
                      <a:pt x="47625" y="285751"/>
                    </a:cubicBezTo>
                    <a:cubicBezTo>
                      <a:pt x="56393" y="285751"/>
                      <a:pt x="63500" y="278643"/>
                      <a:pt x="63500" y="269876"/>
                    </a:cubicBezTo>
                    <a:cubicBezTo>
                      <a:pt x="63500" y="261108"/>
                      <a:pt x="56393" y="254001"/>
                      <a:pt x="47625" y="254001"/>
                    </a:cubicBezTo>
                    <a:moveTo>
                      <a:pt x="222250" y="254001"/>
                    </a:moveTo>
                    <a:cubicBezTo>
                      <a:pt x="213483" y="254001"/>
                      <a:pt x="206375" y="261108"/>
                      <a:pt x="206375" y="269876"/>
                    </a:cubicBezTo>
                    <a:cubicBezTo>
                      <a:pt x="206375" y="278643"/>
                      <a:pt x="213483" y="285751"/>
                      <a:pt x="222250" y="285751"/>
                    </a:cubicBezTo>
                    <a:cubicBezTo>
                      <a:pt x="231018" y="285751"/>
                      <a:pt x="238125" y="278643"/>
                      <a:pt x="238125" y="269876"/>
                    </a:cubicBezTo>
                    <a:cubicBezTo>
                      <a:pt x="238125" y="261108"/>
                      <a:pt x="231018" y="254001"/>
                      <a:pt x="222250" y="25400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68887" y="5403532"/>
                <a:ext cx="54822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판매자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1676400" y="4762500"/>
              <a:ext cx="9906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724150" y="3905250"/>
              <a:ext cx="4305300" cy="1714500"/>
              <a:chOff x="2724150" y="3905250"/>
              <a:chExt cx="4305300" cy="1714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724150" y="3905250"/>
                <a:ext cx="4305300" cy="1714500"/>
              </a:xfrm>
              <a:prstGeom prst="roundRect">
                <a:avLst>
                  <a:gd name="adj" fmla="val 8889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954271" y="4070032"/>
                <a:ext cx="184505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Amazon 연결 시스템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963418" y="4451032"/>
                <a:ext cx="133434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추천 알고리즘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963418" y="4774882"/>
                <a:ext cx="96885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리뷰 요약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135118" y="4451032"/>
                <a:ext cx="96404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FBA 물류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35118" y="4774882"/>
                <a:ext cx="115159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광고 시스템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963418" y="5174932"/>
                <a:ext cx="194284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판매자와 고객을 연결함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7086600" y="4762500"/>
              <a:ext cx="9906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115300" y="4267200"/>
              <a:ext cx="990600" cy="1390248"/>
              <a:chOff x="8115300" y="4267200"/>
              <a:chExt cx="990600" cy="1390248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8115300" y="4267200"/>
                <a:ext cx="990600" cy="9906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8480425" y="4584700"/>
                <a:ext cx="222250" cy="317500"/>
                <a:chOff x="8480425" y="4584700"/>
                <a:chExt cx="222250" cy="3175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512175" y="4584700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79375" y="0"/>
                      </a:moveTo>
                      <a:cubicBezTo>
                        <a:pt x="123213" y="0"/>
                        <a:pt x="158750" y="35537"/>
                        <a:pt x="158750" y="79375"/>
                      </a:cubicBezTo>
                      <a:cubicBezTo>
                        <a:pt x="158750" y="123213"/>
                        <a:pt x="123213" y="158750"/>
                        <a:pt x="79375" y="158750"/>
                      </a:cubicBezTo>
                      <a:cubicBezTo>
                        <a:pt x="35537" y="158750"/>
                        <a:pt x="0" y="123213"/>
                        <a:pt x="0" y="79375"/>
                      </a:cubicBezTo>
                      <a:lnTo>
                        <a:pt x="79" y="75930"/>
                      </a:lnTo>
                      <a:cubicBezTo>
                        <a:pt x="1924" y="33474"/>
                        <a:pt x="36879" y="2"/>
                        <a:pt x="793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480425" y="4775200"/>
                  <a:ext cx="22225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27000">
                      <a:moveTo>
                        <a:pt x="142875" y="0"/>
                      </a:moveTo>
                      <a:cubicBezTo>
                        <a:pt x="186713" y="0"/>
                        <a:pt x="222250" y="35537"/>
                        <a:pt x="222250" y="79375"/>
                      </a:cubicBezTo>
                      <a:lnTo>
                        <a:pt x="222250" y="95250"/>
                      </a:lnTo>
                      <a:cubicBezTo>
                        <a:pt x="222250" y="112785"/>
                        <a:pt x="208035" y="127000"/>
                        <a:pt x="190500" y="127000"/>
                      </a:cubicBezTo>
                      <a:lnTo>
                        <a:pt x="31750" y="127000"/>
                      </a:lnTo>
                      <a:cubicBezTo>
                        <a:pt x="14215" y="127000"/>
                        <a:pt x="0" y="112785"/>
                        <a:pt x="0" y="95250"/>
                      </a:cubicBezTo>
                      <a:lnTo>
                        <a:pt x="0" y="79375"/>
                      </a:lnTo>
                      <a:cubicBezTo>
                        <a:pt x="0" y="35537"/>
                        <a:pt x="35537" y="0"/>
                        <a:pt x="79375" y="0"/>
                      </a:cubicBezTo>
                      <a:lnTo>
                        <a:pt x="14287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8427857" y="5403532"/>
                <a:ext cx="3654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26 / 41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5121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Amazon : 검색과 추천의 결합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24256" y="1964055"/>
            <a:ext cx="4225516" cy="1128534"/>
            <a:chOff x="524256" y="1964055"/>
            <a:chExt cx="4225516" cy="1128534"/>
          </a:xfrm>
        </p:grpSpPr>
        <p:grpSp>
          <p:nvGrpSpPr>
            <p:cNvPr id="14" name="Group 14"/>
            <p:cNvGrpSpPr/>
            <p:nvPr/>
          </p:nvGrpSpPr>
          <p:grpSpPr>
            <a:xfrm>
              <a:off x="565974" y="1969964"/>
              <a:ext cx="250796" cy="225276"/>
              <a:chOff x="565974" y="1969964"/>
              <a:chExt cx="250796" cy="2252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65974" y="1969964"/>
                <a:ext cx="83437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83437" h="63350">
                    <a:moveTo>
                      <a:pt x="78169" y="5268"/>
                    </a:moveTo>
                    <a:cubicBezTo>
                      <a:pt x="83437" y="10537"/>
                      <a:pt x="83437" y="19079"/>
                      <a:pt x="78169" y="24348"/>
                    </a:cubicBezTo>
                    <a:lnTo>
                      <a:pt x="44435" y="58082"/>
                    </a:lnTo>
                    <a:cubicBezTo>
                      <a:pt x="39165" y="63350"/>
                      <a:pt x="30624" y="63350"/>
                      <a:pt x="25354" y="58082"/>
                    </a:cubicBezTo>
                    <a:lnTo>
                      <a:pt x="5114" y="37842"/>
                    </a:lnTo>
                    <a:cubicBezTo>
                      <a:pt x="0" y="32547"/>
                      <a:pt x="73" y="24131"/>
                      <a:pt x="5278" y="18926"/>
                    </a:cubicBezTo>
                    <a:cubicBezTo>
                      <a:pt x="10483" y="13721"/>
                      <a:pt x="18899" y="13648"/>
                      <a:pt x="24194" y="18762"/>
                    </a:cubicBezTo>
                    <a:lnTo>
                      <a:pt x="34895" y="29462"/>
                    </a:lnTo>
                    <a:lnTo>
                      <a:pt x="59089" y="5268"/>
                    </a:lnTo>
                    <a:cubicBezTo>
                      <a:pt x="64358" y="0"/>
                      <a:pt x="72900" y="0"/>
                      <a:pt x="78169" y="526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65974" y="2050927"/>
                <a:ext cx="83437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83437" h="63350">
                    <a:moveTo>
                      <a:pt x="78169" y="5268"/>
                    </a:moveTo>
                    <a:cubicBezTo>
                      <a:pt x="83437" y="10537"/>
                      <a:pt x="83437" y="19079"/>
                      <a:pt x="78169" y="24348"/>
                    </a:cubicBezTo>
                    <a:lnTo>
                      <a:pt x="44435" y="58082"/>
                    </a:lnTo>
                    <a:cubicBezTo>
                      <a:pt x="39165" y="63350"/>
                      <a:pt x="30624" y="63350"/>
                      <a:pt x="25354" y="58082"/>
                    </a:cubicBezTo>
                    <a:lnTo>
                      <a:pt x="5114" y="37842"/>
                    </a:lnTo>
                    <a:cubicBezTo>
                      <a:pt x="0" y="32547"/>
                      <a:pt x="73" y="24131"/>
                      <a:pt x="5278" y="18926"/>
                    </a:cubicBezTo>
                    <a:cubicBezTo>
                      <a:pt x="10483" y="13721"/>
                      <a:pt x="18899" y="13648"/>
                      <a:pt x="24194" y="18762"/>
                    </a:cubicBezTo>
                    <a:lnTo>
                      <a:pt x="34895" y="29462"/>
                    </a:lnTo>
                    <a:lnTo>
                      <a:pt x="59089" y="5268"/>
                    </a:lnTo>
                    <a:cubicBezTo>
                      <a:pt x="64358" y="0"/>
                      <a:pt x="72900" y="0"/>
                      <a:pt x="78169" y="526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65974" y="2131890"/>
                <a:ext cx="83437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83437" h="63350">
                    <a:moveTo>
                      <a:pt x="78169" y="5268"/>
                    </a:moveTo>
                    <a:cubicBezTo>
                      <a:pt x="83437" y="10537"/>
                      <a:pt x="83437" y="19079"/>
                      <a:pt x="78169" y="24348"/>
                    </a:cubicBezTo>
                    <a:lnTo>
                      <a:pt x="44435" y="58082"/>
                    </a:lnTo>
                    <a:cubicBezTo>
                      <a:pt x="39165" y="63350"/>
                      <a:pt x="30624" y="63350"/>
                      <a:pt x="25354" y="58082"/>
                    </a:cubicBezTo>
                    <a:lnTo>
                      <a:pt x="5114" y="37842"/>
                    </a:lnTo>
                    <a:cubicBezTo>
                      <a:pt x="0" y="32547"/>
                      <a:pt x="73" y="24131"/>
                      <a:pt x="5278" y="18926"/>
                    </a:cubicBezTo>
                    <a:cubicBezTo>
                      <a:pt x="10483" y="13721"/>
                      <a:pt x="18899" y="13648"/>
                      <a:pt x="24194" y="18762"/>
                    </a:cubicBezTo>
                    <a:lnTo>
                      <a:pt x="34895" y="29462"/>
                    </a:lnTo>
                    <a:lnTo>
                      <a:pt x="59089" y="5268"/>
                    </a:lnTo>
                    <a:cubicBezTo>
                      <a:pt x="64358" y="0"/>
                      <a:pt x="72900" y="0"/>
                      <a:pt x="78169" y="526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68338" y="1991519"/>
                <a:ext cx="14843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26988">
                    <a:moveTo>
                      <a:pt x="148432" y="13494"/>
                    </a:moveTo>
                    <a:cubicBezTo>
                      <a:pt x="148432" y="20946"/>
                      <a:pt x="142390" y="26988"/>
                      <a:pt x="134938" y="26988"/>
                    </a:cubicBezTo>
                    <a:lnTo>
                      <a:pt x="13494" y="26988"/>
                    </a:lnTo>
                    <a:cubicBezTo>
                      <a:pt x="6041" y="26988"/>
                      <a:pt x="0" y="20946"/>
                      <a:pt x="0" y="13494"/>
                    </a:cubicBez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  <a:cubicBezTo>
                      <a:pt x="142390" y="0"/>
                      <a:pt x="148432" y="6041"/>
                      <a:pt x="148432" y="1349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68338" y="2072482"/>
                <a:ext cx="14843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26988">
                    <a:moveTo>
                      <a:pt x="148432" y="13494"/>
                    </a:moveTo>
                    <a:cubicBezTo>
                      <a:pt x="148432" y="20946"/>
                      <a:pt x="142390" y="26988"/>
                      <a:pt x="134938" y="26988"/>
                    </a:cubicBezTo>
                    <a:lnTo>
                      <a:pt x="13494" y="26988"/>
                    </a:lnTo>
                    <a:cubicBezTo>
                      <a:pt x="6041" y="26988"/>
                      <a:pt x="0" y="20946"/>
                      <a:pt x="0" y="13494"/>
                    </a:cubicBez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  <a:cubicBezTo>
                      <a:pt x="142390" y="0"/>
                      <a:pt x="148432" y="6041"/>
                      <a:pt x="148432" y="1349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68338" y="2153444"/>
                <a:ext cx="14843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26988">
                    <a:moveTo>
                      <a:pt x="148432" y="13494"/>
                    </a:moveTo>
                    <a:cubicBezTo>
                      <a:pt x="148432" y="20946"/>
                      <a:pt x="142390" y="26988"/>
                      <a:pt x="134938" y="26988"/>
                    </a:cubicBezTo>
                    <a:lnTo>
                      <a:pt x="13494" y="26988"/>
                    </a:lnTo>
                    <a:cubicBezTo>
                      <a:pt x="6041" y="26988"/>
                      <a:pt x="0" y="20946"/>
                      <a:pt x="0" y="13494"/>
                    </a:cubicBez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  <a:cubicBezTo>
                      <a:pt x="142390" y="0"/>
                      <a:pt x="148432" y="6041"/>
                      <a:pt x="148432" y="1349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979932" y="1964055"/>
              <a:ext cx="281166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Amazon에서 중요한 요소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4256" y="2491740"/>
              <a:ext cx="38343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Amazon에서는 "좋은 상품"도 중요하지만,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256" y="2815590"/>
              <a:ext cx="42255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검색되고 비교되고 신뢰받는 상품정보가 중요함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3429000"/>
            <a:ext cx="8686800" cy="1600200"/>
            <a:chOff x="533400" y="3429000"/>
            <a:chExt cx="8686800" cy="1600200"/>
          </a:xfrm>
        </p:grpSpPr>
        <p:grpSp>
          <p:nvGrpSpPr>
            <p:cNvPr id="22" name="Group 22"/>
            <p:cNvGrpSpPr/>
            <p:nvPr/>
          </p:nvGrpSpPr>
          <p:grpSpPr>
            <a:xfrm>
              <a:off x="533400" y="3429000"/>
              <a:ext cx="2057400" cy="723900"/>
              <a:chOff x="533400" y="3429000"/>
              <a:chExt cx="2057400" cy="723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3429000"/>
                <a:ext cx="2057400" cy="723900"/>
              </a:xfrm>
              <a:prstGeom prst="roundRect">
                <a:avLst>
                  <a:gd name="adj" fmla="val 2105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38229" y="3632136"/>
                <a:ext cx="248632" cy="250325"/>
              </a:xfrm>
              <a:custGeom>
                <a:avLst/>
                <a:gdLst/>
                <a:ahLst/>
                <a:cxnLst/>
                <a:rect l="l" t="t" r="r" b="b"/>
                <a:pathLst>
                  <a:path w="248632" h="250325">
                    <a:moveTo>
                      <a:pt x="152359" y="23940"/>
                    </a:moveTo>
                    <a:cubicBezTo>
                      <a:pt x="176196" y="37700"/>
                      <a:pt x="192915" y="61098"/>
                      <a:pt x="198210" y="88108"/>
                    </a:cubicBezTo>
                    <a:cubicBezTo>
                      <a:pt x="203505" y="115117"/>
                      <a:pt x="196858" y="143096"/>
                      <a:pt x="179981" y="164838"/>
                    </a:cubicBezTo>
                    <a:lnTo>
                      <a:pt x="244120" y="228977"/>
                    </a:lnTo>
                    <a:cubicBezTo>
                      <a:pt x="248632" y="233649"/>
                      <a:pt x="248568" y="241075"/>
                      <a:pt x="243975" y="245668"/>
                    </a:cubicBezTo>
                    <a:cubicBezTo>
                      <a:pt x="239382" y="250260"/>
                      <a:pt x="231956" y="250325"/>
                      <a:pt x="227285" y="245813"/>
                    </a:cubicBezTo>
                    <a:lnTo>
                      <a:pt x="163134" y="181674"/>
                    </a:lnTo>
                    <a:cubicBezTo>
                      <a:pt x="125319" y="211016"/>
                      <a:pt x="71602" y="207739"/>
                      <a:pt x="37635" y="174018"/>
                    </a:cubicBezTo>
                    <a:cubicBezTo>
                      <a:pt x="3667" y="140296"/>
                      <a:pt x="0" y="86605"/>
                      <a:pt x="29067" y="48578"/>
                    </a:cubicBezTo>
                    <a:cubicBezTo>
                      <a:pt x="58133" y="10551"/>
                      <a:pt x="110905" y="0"/>
                      <a:pt x="152359" y="2392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15568" y="3679508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검색 키워드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743200" y="3429000"/>
              <a:ext cx="2057400" cy="723900"/>
              <a:chOff x="2743200" y="3429000"/>
              <a:chExt cx="2057400" cy="7239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743200" y="3429000"/>
                <a:ext cx="2057400" cy="723900"/>
              </a:xfrm>
              <a:prstGeom prst="roundRect">
                <a:avLst>
                  <a:gd name="adj" fmla="val 2105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2981324" y="3643312"/>
                <a:ext cx="190502" cy="238126"/>
                <a:chOff x="2981324" y="3643312"/>
                <a:chExt cx="190502" cy="238126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2981324" y="3643312"/>
                  <a:ext cx="190502" cy="238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2" h="238126">
                      <a:moveTo>
                        <a:pt x="95251" y="0"/>
                      </a:moveTo>
                      <a:lnTo>
                        <a:pt x="96644" y="83"/>
                      </a:lnTo>
                      <a:cubicBezTo>
                        <a:pt x="102115" y="729"/>
                        <a:pt x="106429" y="5042"/>
                        <a:pt x="107074" y="10513"/>
                      </a:cubicBezTo>
                      <a:lnTo>
                        <a:pt x="107157" y="11906"/>
                      </a:lnTo>
                      <a:lnTo>
                        <a:pt x="107157" y="59531"/>
                      </a:lnTo>
                      <a:lnTo>
                        <a:pt x="107217" y="61317"/>
                      </a:lnTo>
                      <a:cubicBezTo>
                        <a:pt x="108097" y="73032"/>
                        <a:pt x="117389" y="82354"/>
                        <a:pt x="129101" y="83272"/>
                      </a:cubicBezTo>
                      <a:lnTo>
                        <a:pt x="130970" y="83344"/>
                      </a:lnTo>
                      <a:lnTo>
                        <a:pt x="178595" y="83344"/>
                      </a:lnTo>
                      <a:lnTo>
                        <a:pt x="179988" y="83427"/>
                      </a:lnTo>
                      <a:cubicBezTo>
                        <a:pt x="185459" y="84072"/>
                        <a:pt x="189773" y="88386"/>
                        <a:pt x="190418" y="93857"/>
                      </a:cubicBezTo>
                      <a:lnTo>
                        <a:pt x="190501" y="95250"/>
                      </a:lnTo>
                      <a:lnTo>
                        <a:pt x="190501" y="202406"/>
                      </a:lnTo>
                      <a:cubicBezTo>
                        <a:pt x="190502" y="221320"/>
                        <a:pt x="175759" y="236956"/>
                        <a:pt x="156878" y="238065"/>
                      </a:cubicBezTo>
                      <a:lnTo>
                        <a:pt x="154782" y="238125"/>
                      </a:lnTo>
                      <a:lnTo>
                        <a:pt x="35720" y="238125"/>
                      </a:lnTo>
                      <a:cubicBezTo>
                        <a:pt x="16806" y="238126"/>
                        <a:pt x="1170" y="223383"/>
                        <a:pt x="61" y="204502"/>
                      </a:cubicBezTo>
                      <a:lnTo>
                        <a:pt x="1" y="202406"/>
                      </a:lnTo>
                      <a:lnTo>
                        <a:pt x="1" y="35719"/>
                      </a:lnTo>
                      <a:cubicBezTo>
                        <a:pt x="0" y="16805"/>
                        <a:pt x="14743" y="1169"/>
                        <a:pt x="33624" y="60"/>
                      </a:cubicBezTo>
                      <a:lnTo>
                        <a:pt x="35720" y="0"/>
                      </a:lnTo>
                      <a:close/>
                      <a:moveTo>
                        <a:pt x="130970" y="166688"/>
                      </a:moveTo>
                      <a:lnTo>
                        <a:pt x="59532" y="166688"/>
                      </a:lnTo>
                      <a:cubicBezTo>
                        <a:pt x="52957" y="166688"/>
                        <a:pt x="47626" y="172018"/>
                        <a:pt x="47626" y="178594"/>
                      </a:cubicBezTo>
                      <a:cubicBezTo>
                        <a:pt x="47626" y="185169"/>
                        <a:pt x="52957" y="190500"/>
                        <a:pt x="59532" y="190500"/>
                      </a:cubicBezTo>
                      <a:lnTo>
                        <a:pt x="130970" y="190500"/>
                      </a:lnTo>
                      <a:cubicBezTo>
                        <a:pt x="137545" y="190500"/>
                        <a:pt x="142876" y="185169"/>
                        <a:pt x="142876" y="178594"/>
                      </a:cubicBezTo>
                      <a:cubicBezTo>
                        <a:pt x="142876" y="172018"/>
                        <a:pt x="137545" y="166688"/>
                        <a:pt x="130970" y="166688"/>
                      </a:cubicBezTo>
                      <a:moveTo>
                        <a:pt x="130970" y="119062"/>
                      </a:moveTo>
                      <a:lnTo>
                        <a:pt x="59532" y="119062"/>
                      </a:lnTo>
                      <a:cubicBezTo>
                        <a:pt x="52957" y="119062"/>
                        <a:pt x="47626" y="124393"/>
                        <a:pt x="47626" y="130969"/>
                      </a:cubicBezTo>
                      <a:cubicBezTo>
                        <a:pt x="47626" y="137544"/>
                        <a:pt x="52957" y="142875"/>
                        <a:pt x="59532" y="142875"/>
                      </a:cubicBezTo>
                      <a:lnTo>
                        <a:pt x="130970" y="142875"/>
                      </a:lnTo>
                      <a:cubicBezTo>
                        <a:pt x="137545" y="142875"/>
                        <a:pt x="142876" y="137544"/>
                        <a:pt x="142876" y="130969"/>
                      </a:cubicBezTo>
                      <a:cubicBezTo>
                        <a:pt x="142876" y="124393"/>
                        <a:pt x="137545" y="119062"/>
                        <a:pt x="130970" y="119062"/>
                      </a:cubicBezTo>
                      <a:moveTo>
                        <a:pt x="71439" y="71438"/>
                      </a:moveTo>
                      <a:lnTo>
                        <a:pt x="59532" y="71438"/>
                      </a:lnTo>
                      <a:cubicBezTo>
                        <a:pt x="52957" y="71438"/>
                        <a:pt x="47626" y="76768"/>
                        <a:pt x="47626" y="83344"/>
                      </a:cubicBezTo>
                      <a:cubicBezTo>
                        <a:pt x="47626" y="89919"/>
                        <a:pt x="52957" y="95250"/>
                        <a:pt x="59532" y="95250"/>
                      </a:cubicBezTo>
                      <a:lnTo>
                        <a:pt x="71439" y="95250"/>
                      </a:lnTo>
                      <a:cubicBezTo>
                        <a:pt x="78014" y="95250"/>
                        <a:pt x="83345" y="89919"/>
                        <a:pt x="83345" y="83344"/>
                      </a:cubicBezTo>
                      <a:cubicBezTo>
                        <a:pt x="83345" y="76768"/>
                        <a:pt x="78014" y="71438"/>
                        <a:pt x="71439" y="7143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112282" y="3655207"/>
                  <a:ext cx="47637" cy="47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37" h="47637">
                      <a:moveTo>
                        <a:pt x="47637" y="47637"/>
                      </a:moveTo>
                      <a:lnTo>
                        <a:pt x="12" y="476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3325368" y="3679508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상품명 구조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953000" y="3429000"/>
              <a:ext cx="2266950" cy="723900"/>
              <a:chOff x="4953000" y="3429000"/>
              <a:chExt cx="2266950" cy="7239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953000" y="3429000"/>
                <a:ext cx="2266950" cy="723900"/>
              </a:xfrm>
              <a:prstGeom prst="roundRect">
                <a:avLst>
                  <a:gd name="adj" fmla="val 2105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154787" y="3631430"/>
                <a:ext cx="263046" cy="250702"/>
              </a:xfrm>
              <a:custGeom>
                <a:avLst/>
                <a:gdLst/>
                <a:ahLst/>
                <a:cxnLst/>
                <a:rect l="l" t="t" r="r" b="b"/>
                <a:pathLst>
                  <a:path w="263046" h="250702">
                    <a:moveTo>
                      <a:pt x="86856" y="75461"/>
                    </a:moveTo>
                    <a:lnTo>
                      <a:pt x="10895" y="86475"/>
                    </a:lnTo>
                    <a:lnTo>
                      <a:pt x="9549" y="86749"/>
                    </a:lnTo>
                    <a:cubicBezTo>
                      <a:pt x="5403" y="87849"/>
                      <a:pt x="2169" y="91096"/>
                      <a:pt x="1085" y="95246"/>
                    </a:cubicBezTo>
                    <a:cubicBezTo>
                      <a:pt x="0" y="99397"/>
                      <a:pt x="1232" y="103810"/>
                      <a:pt x="4310" y="106799"/>
                    </a:cubicBezTo>
                    <a:lnTo>
                      <a:pt x="59341" y="160365"/>
                    </a:lnTo>
                    <a:lnTo>
                      <a:pt x="46363" y="236029"/>
                    </a:lnTo>
                    <a:lnTo>
                      <a:pt x="46208" y="237339"/>
                    </a:lnTo>
                    <a:cubicBezTo>
                      <a:pt x="45955" y="241628"/>
                      <a:pt x="48031" y="245720"/>
                      <a:pt x="51642" y="248049"/>
                    </a:cubicBezTo>
                    <a:cubicBezTo>
                      <a:pt x="55252" y="250377"/>
                      <a:pt x="59837" y="250579"/>
                      <a:pt x="63639" y="248578"/>
                    </a:cubicBezTo>
                    <a:lnTo>
                      <a:pt x="131576" y="212860"/>
                    </a:lnTo>
                    <a:lnTo>
                      <a:pt x="199359" y="248578"/>
                    </a:lnTo>
                    <a:lnTo>
                      <a:pt x="200549" y="249126"/>
                    </a:lnTo>
                    <a:cubicBezTo>
                      <a:pt x="204551" y="250702"/>
                      <a:pt x="209091" y="249998"/>
                      <a:pt x="212427" y="247284"/>
                    </a:cubicBezTo>
                    <a:cubicBezTo>
                      <a:pt x="215763" y="244570"/>
                      <a:pt x="217376" y="240267"/>
                      <a:pt x="216646" y="236029"/>
                    </a:cubicBezTo>
                    <a:lnTo>
                      <a:pt x="203657" y="160365"/>
                    </a:lnTo>
                    <a:lnTo>
                      <a:pt x="258711" y="106787"/>
                    </a:lnTo>
                    <a:lnTo>
                      <a:pt x="259640" y="105775"/>
                    </a:lnTo>
                    <a:cubicBezTo>
                      <a:pt x="262341" y="102448"/>
                      <a:pt x="263046" y="97928"/>
                      <a:pt x="261486" y="93937"/>
                    </a:cubicBezTo>
                    <a:cubicBezTo>
                      <a:pt x="259927" y="89946"/>
                      <a:pt x="256344" y="87101"/>
                      <a:pt x="252103" y="86487"/>
                    </a:cubicBezTo>
                    <a:lnTo>
                      <a:pt x="176141" y="75461"/>
                    </a:lnTo>
                    <a:lnTo>
                      <a:pt x="142185" y="6643"/>
                    </a:lnTo>
                    <a:cubicBezTo>
                      <a:pt x="140180" y="2576"/>
                      <a:pt x="136039" y="0"/>
                      <a:pt x="131505" y="0"/>
                    </a:cubicBezTo>
                    <a:cubicBezTo>
                      <a:pt x="126970" y="0"/>
                      <a:pt x="122829" y="2576"/>
                      <a:pt x="120825" y="6643"/>
                    </a:cubicBezTo>
                    <a:lnTo>
                      <a:pt x="86856" y="7546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535168" y="3679508"/>
                <a:ext cx="121187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리뷰 수와 평점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372350" y="3429000"/>
              <a:ext cx="1847850" cy="723900"/>
              <a:chOff x="7372350" y="3429000"/>
              <a:chExt cx="1847850" cy="7239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372350" y="3429000"/>
                <a:ext cx="1847850" cy="723900"/>
              </a:xfrm>
              <a:prstGeom prst="roundRect">
                <a:avLst>
                  <a:gd name="adj" fmla="val 2105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567612" y="3667125"/>
                <a:ext cx="238125" cy="19049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495">
                    <a:moveTo>
                      <a:pt x="130969" y="0"/>
                    </a:moveTo>
                    <a:cubicBezTo>
                      <a:pt x="137544" y="0"/>
                      <a:pt x="142875" y="5331"/>
                      <a:pt x="142875" y="11906"/>
                    </a:cubicBezTo>
                    <a:lnTo>
                      <a:pt x="190500" y="11906"/>
                    </a:lnTo>
                    <a:cubicBezTo>
                      <a:pt x="194131" y="11906"/>
                      <a:pt x="197564" y="13563"/>
                      <a:pt x="199823" y="16407"/>
                    </a:cubicBezTo>
                    <a:lnTo>
                      <a:pt x="200704" y="17693"/>
                    </a:lnTo>
                    <a:lnTo>
                      <a:pt x="236422" y="77224"/>
                    </a:lnTo>
                    <a:lnTo>
                      <a:pt x="237077" y="78450"/>
                    </a:lnTo>
                    <a:lnTo>
                      <a:pt x="237554" y="79724"/>
                    </a:lnTo>
                    <a:lnTo>
                      <a:pt x="237899" y="81022"/>
                    </a:lnTo>
                    <a:lnTo>
                      <a:pt x="238089" y="82332"/>
                    </a:lnTo>
                    <a:lnTo>
                      <a:pt x="238125" y="83344"/>
                    </a:lnTo>
                    <a:lnTo>
                      <a:pt x="238125" y="154781"/>
                    </a:lnTo>
                    <a:cubicBezTo>
                      <a:pt x="238125" y="161357"/>
                      <a:pt x="232794" y="166688"/>
                      <a:pt x="226219" y="166688"/>
                    </a:cubicBezTo>
                    <a:lnTo>
                      <a:pt x="212277" y="166688"/>
                    </a:lnTo>
                    <a:cubicBezTo>
                      <a:pt x="207226" y="180957"/>
                      <a:pt x="193731" y="190495"/>
                      <a:pt x="178594" y="190495"/>
                    </a:cubicBezTo>
                    <a:cubicBezTo>
                      <a:pt x="163457" y="190495"/>
                      <a:pt x="149962" y="180957"/>
                      <a:pt x="144911" y="166688"/>
                    </a:cubicBezTo>
                    <a:lnTo>
                      <a:pt x="93214" y="166688"/>
                    </a:lnTo>
                    <a:cubicBezTo>
                      <a:pt x="88163" y="180957"/>
                      <a:pt x="74668" y="190495"/>
                      <a:pt x="59531" y="190495"/>
                    </a:cubicBezTo>
                    <a:cubicBezTo>
                      <a:pt x="44394" y="190495"/>
                      <a:pt x="30899" y="180957"/>
                      <a:pt x="25848" y="166688"/>
                    </a:cubicBezTo>
                    <a:lnTo>
                      <a:pt x="11906" y="166688"/>
                    </a:lnTo>
                    <a:cubicBezTo>
                      <a:pt x="5331" y="166688"/>
                      <a:pt x="0" y="161357"/>
                      <a:pt x="0" y="154781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  <a:moveTo>
                      <a:pt x="59531" y="142875"/>
                    </a:moveTo>
                    <a:cubicBezTo>
                      <a:pt x="52956" y="142875"/>
                      <a:pt x="47625" y="148206"/>
                      <a:pt x="47625" y="154781"/>
                    </a:cubicBezTo>
                    <a:cubicBezTo>
                      <a:pt x="47625" y="161357"/>
                      <a:pt x="52956" y="166688"/>
                      <a:pt x="59531" y="166688"/>
                    </a:cubicBezTo>
                    <a:cubicBezTo>
                      <a:pt x="66107" y="166688"/>
                      <a:pt x="71438" y="161357"/>
                      <a:pt x="71438" y="154781"/>
                    </a:cubicBezTo>
                    <a:cubicBezTo>
                      <a:pt x="71438" y="148206"/>
                      <a:pt x="66107" y="142875"/>
                      <a:pt x="59531" y="142875"/>
                    </a:cubicBezTo>
                    <a:moveTo>
                      <a:pt x="178594" y="142875"/>
                    </a:moveTo>
                    <a:cubicBezTo>
                      <a:pt x="172018" y="142875"/>
                      <a:pt x="166688" y="148206"/>
                      <a:pt x="166688" y="154781"/>
                    </a:cubicBezTo>
                    <a:cubicBezTo>
                      <a:pt x="166688" y="161357"/>
                      <a:pt x="172018" y="166688"/>
                      <a:pt x="178594" y="166688"/>
                    </a:cubicBezTo>
                    <a:cubicBezTo>
                      <a:pt x="185169" y="166688"/>
                      <a:pt x="190500" y="161357"/>
                      <a:pt x="190500" y="154781"/>
                    </a:cubicBezTo>
                    <a:cubicBezTo>
                      <a:pt x="190500" y="148206"/>
                      <a:pt x="185169" y="142875"/>
                      <a:pt x="178594" y="142875"/>
                    </a:cubicBezTo>
                    <a:moveTo>
                      <a:pt x="183761" y="35719"/>
                    </a:moveTo>
                    <a:lnTo>
                      <a:pt x="142875" y="35719"/>
                    </a:lnTo>
                    <a:lnTo>
                      <a:pt x="142875" y="71438"/>
                    </a:lnTo>
                    <a:lnTo>
                      <a:pt x="205192" y="714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935468" y="3679508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배송 속도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4305300"/>
              <a:ext cx="2057400" cy="723900"/>
              <a:chOff x="533400" y="4305300"/>
              <a:chExt cx="2057400" cy="7239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33400" y="4305300"/>
                <a:ext cx="2057400" cy="723900"/>
              </a:xfrm>
              <a:prstGeom prst="roundRect">
                <a:avLst>
                  <a:gd name="adj" fmla="val 2105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47711" y="4514279"/>
                <a:ext cx="250708" cy="251687"/>
              </a:xfrm>
              <a:custGeom>
                <a:avLst/>
                <a:gdLst/>
                <a:ahLst/>
                <a:cxnLst/>
                <a:rect l="l" t="t" r="r" b="b"/>
                <a:pathLst>
                  <a:path w="250708" h="251687">
                    <a:moveTo>
                      <a:pt x="178595" y="21288"/>
                    </a:moveTo>
                    <a:cubicBezTo>
                      <a:pt x="228635" y="50178"/>
                      <a:pt x="250708" y="110826"/>
                      <a:pt x="230946" y="165122"/>
                    </a:cubicBezTo>
                    <a:cubicBezTo>
                      <a:pt x="211183" y="219417"/>
                      <a:pt x="155290" y="251687"/>
                      <a:pt x="98387" y="241652"/>
                    </a:cubicBezTo>
                    <a:cubicBezTo>
                      <a:pt x="41484" y="231618"/>
                      <a:pt x="0" y="182176"/>
                      <a:pt x="1" y="124396"/>
                    </a:cubicBezTo>
                    <a:lnTo>
                      <a:pt x="61" y="120538"/>
                    </a:lnTo>
                    <a:cubicBezTo>
                      <a:pt x="1417" y="78711"/>
                      <a:pt x="24633" y="40667"/>
                      <a:pt x="61210" y="20334"/>
                    </a:cubicBezTo>
                    <a:cubicBezTo>
                      <a:pt x="97787" y="0"/>
                      <a:pt x="142354" y="362"/>
                      <a:pt x="178595" y="21288"/>
                    </a:cubicBezTo>
                    <a:close/>
                    <a:moveTo>
                      <a:pt x="119064" y="52958"/>
                    </a:moveTo>
                    <a:cubicBezTo>
                      <a:pt x="112488" y="52958"/>
                      <a:pt x="107158" y="58289"/>
                      <a:pt x="107158" y="64865"/>
                    </a:cubicBezTo>
                    <a:cubicBezTo>
                      <a:pt x="87431" y="64865"/>
                      <a:pt x="71439" y="80856"/>
                      <a:pt x="71439" y="100583"/>
                    </a:cubicBezTo>
                    <a:cubicBezTo>
                      <a:pt x="71439" y="120310"/>
                      <a:pt x="87431" y="136302"/>
                      <a:pt x="107158" y="136302"/>
                    </a:cubicBezTo>
                    <a:lnTo>
                      <a:pt x="107158" y="160115"/>
                    </a:lnTo>
                    <a:cubicBezTo>
                      <a:pt x="103150" y="160328"/>
                      <a:pt x="99295" y="158556"/>
                      <a:pt x="96847" y="155376"/>
                    </a:cubicBezTo>
                    <a:lnTo>
                      <a:pt x="96037" y="154173"/>
                    </a:lnTo>
                    <a:cubicBezTo>
                      <a:pt x="92651" y="148712"/>
                      <a:pt x="85542" y="146923"/>
                      <a:pt x="79974" y="150131"/>
                    </a:cubicBezTo>
                    <a:cubicBezTo>
                      <a:pt x="74406" y="153340"/>
                      <a:pt x="72389" y="160387"/>
                      <a:pt x="75416" y="166056"/>
                    </a:cubicBezTo>
                    <a:cubicBezTo>
                      <a:pt x="81594" y="176772"/>
                      <a:pt x="92877" y="183528"/>
                      <a:pt x="105241" y="183915"/>
                    </a:cubicBezTo>
                    <a:lnTo>
                      <a:pt x="107158" y="183915"/>
                    </a:lnTo>
                    <a:cubicBezTo>
                      <a:pt x="107152" y="189956"/>
                      <a:pt x="111672" y="195043"/>
                      <a:pt x="117671" y="195750"/>
                    </a:cubicBezTo>
                    <a:lnTo>
                      <a:pt x="119064" y="195833"/>
                    </a:lnTo>
                    <a:cubicBezTo>
                      <a:pt x="125640" y="195833"/>
                      <a:pt x="130970" y="190503"/>
                      <a:pt x="130970" y="183927"/>
                    </a:cubicBezTo>
                    <a:lnTo>
                      <a:pt x="133066" y="183867"/>
                    </a:lnTo>
                    <a:cubicBezTo>
                      <a:pt x="152366" y="182752"/>
                      <a:pt x="167275" y="166484"/>
                      <a:pt x="166708" y="147160"/>
                    </a:cubicBezTo>
                    <a:cubicBezTo>
                      <a:pt x="166141" y="127836"/>
                      <a:pt x="150302" y="112471"/>
                      <a:pt x="130970" y="112490"/>
                    </a:cubicBezTo>
                    <a:lnTo>
                      <a:pt x="130970" y="88677"/>
                    </a:lnTo>
                    <a:cubicBezTo>
                      <a:pt x="135233" y="88534"/>
                      <a:pt x="138959" y="90344"/>
                      <a:pt x="141281" y="93416"/>
                    </a:cubicBezTo>
                    <a:lnTo>
                      <a:pt x="142091" y="94618"/>
                    </a:lnTo>
                    <a:cubicBezTo>
                      <a:pt x="145477" y="100080"/>
                      <a:pt x="152586" y="101868"/>
                      <a:pt x="158154" y="98660"/>
                    </a:cubicBezTo>
                    <a:cubicBezTo>
                      <a:pt x="163722" y="95452"/>
                      <a:pt x="165739" y="88404"/>
                      <a:pt x="162712" y="82736"/>
                    </a:cubicBezTo>
                    <a:cubicBezTo>
                      <a:pt x="156537" y="72015"/>
                      <a:pt x="145253" y="65254"/>
                      <a:pt x="132887" y="64865"/>
                    </a:cubicBezTo>
                    <a:lnTo>
                      <a:pt x="130970" y="64865"/>
                    </a:lnTo>
                    <a:cubicBezTo>
                      <a:pt x="130970" y="58289"/>
                      <a:pt x="125640" y="52958"/>
                      <a:pt x="119064" y="52958"/>
                    </a:cubicBezTo>
                    <a:close/>
                    <a:moveTo>
                      <a:pt x="130970" y="136302"/>
                    </a:moveTo>
                    <a:cubicBezTo>
                      <a:pt x="137546" y="136302"/>
                      <a:pt x="142876" y="141633"/>
                      <a:pt x="142876" y="148208"/>
                    </a:cubicBezTo>
                    <a:cubicBezTo>
                      <a:pt x="142876" y="154784"/>
                      <a:pt x="137546" y="160115"/>
                      <a:pt x="130970" y="160115"/>
                    </a:cubicBezTo>
                    <a:lnTo>
                      <a:pt x="130970" y="136302"/>
                    </a:lnTo>
                    <a:close/>
                    <a:moveTo>
                      <a:pt x="107158" y="88677"/>
                    </a:moveTo>
                    <a:lnTo>
                      <a:pt x="107158" y="112490"/>
                    </a:lnTo>
                    <a:cubicBezTo>
                      <a:pt x="100582" y="112490"/>
                      <a:pt x="95251" y="107159"/>
                      <a:pt x="95251" y="100583"/>
                    </a:cubicBezTo>
                    <a:cubicBezTo>
                      <a:pt x="95251" y="94008"/>
                      <a:pt x="100582" y="88677"/>
                      <a:pt x="107158" y="886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115568" y="4555808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가격 경쟁력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743200" y="4305300"/>
              <a:ext cx="1905000" cy="723900"/>
              <a:chOff x="2743200" y="4305300"/>
              <a:chExt cx="1905000" cy="7239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2743200" y="4305300"/>
                <a:ext cx="1905000" cy="723900"/>
              </a:xfrm>
              <a:prstGeom prst="roundRect">
                <a:avLst>
                  <a:gd name="adj" fmla="val 2105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938230" y="4519612"/>
                <a:ext cx="226452" cy="221325"/>
              </a:xfrm>
              <a:custGeom>
                <a:avLst/>
                <a:gdLst/>
                <a:ahLst/>
                <a:cxnLst/>
                <a:rect l="l" t="t" r="r" b="b"/>
                <a:pathLst>
                  <a:path w="226452" h="221325">
                    <a:moveTo>
                      <a:pt x="47858" y="107156"/>
                    </a:moveTo>
                    <a:cubicBezTo>
                      <a:pt x="42107" y="107156"/>
                      <a:pt x="35702" y="115788"/>
                      <a:pt x="35952" y="130766"/>
                    </a:cubicBezTo>
                    <a:cubicBezTo>
                      <a:pt x="36106" y="140089"/>
                      <a:pt x="39404" y="146244"/>
                      <a:pt x="48275" y="155412"/>
                    </a:cubicBezTo>
                    <a:lnTo>
                      <a:pt x="49549" y="156686"/>
                    </a:lnTo>
                    <a:lnTo>
                      <a:pt x="50751" y="155091"/>
                    </a:lnTo>
                    <a:cubicBezTo>
                      <a:pt x="56299" y="147435"/>
                      <a:pt x="59252" y="140017"/>
                      <a:pt x="59705" y="132898"/>
                    </a:cubicBezTo>
                    <a:lnTo>
                      <a:pt x="59764" y="130969"/>
                    </a:lnTo>
                    <a:lnTo>
                      <a:pt x="59728" y="124266"/>
                    </a:lnTo>
                    <a:cubicBezTo>
                      <a:pt x="59526" y="108978"/>
                      <a:pt x="58181" y="107335"/>
                      <a:pt x="50120" y="107168"/>
                    </a:cubicBezTo>
                    <a:close/>
                    <a:moveTo>
                      <a:pt x="190733" y="0"/>
                    </a:moveTo>
                    <a:cubicBezTo>
                      <a:pt x="210652" y="0"/>
                      <a:pt x="226452" y="15800"/>
                      <a:pt x="226452" y="35719"/>
                    </a:cubicBezTo>
                    <a:lnTo>
                      <a:pt x="226452" y="47625"/>
                    </a:lnTo>
                    <a:lnTo>
                      <a:pt x="155014" y="47625"/>
                    </a:lnTo>
                    <a:lnTo>
                      <a:pt x="155014" y="35719"/>
                    </a:lnTo>
                    <a:cubicBezTo>
                      <a:pt x="155014" y="15800"/>
                      <a:pt x="170814" y="0"/>
                      <a:pt x="190733" y="0"/>
                    </a:cubicBezTo>
                    <a:moveTo>
                      <a:pt x="222963" y="187011"/>
                    </a:moveTo>
                    <a:lnTo>
                      <a:pt x="199151" y="210824"/>
                    </a:lnTo>
                    <a:lnTo>
                      <a:pt x="198198" y="211669"/>
                    </a:lnTo>
                    <a:lnTo>
                      <a:pt x="197686" y="212074"/>
                    </a:lnTo>
                    <a:lnTo>
                      <a:pt x="196686" y="212717"/>
                    </a:lnTo>
                    <a:lnTo>
                      <a:pt x="195460" y="213336"/>
                    </a:lnTo>
                    <a:lnTo>
                      <a:pt x="194460" y="213717"/>
                    </a:lnTo>
                    <a:lnTo>
                      <a:pt x="193507" y="213991"/>
                    </a:lnTo>
                    <a:lnTo>
                      <a:pt x="191804" y="214265"/>
                    </a:lnTo>
                    <a:lnTo>
                      <a:pt x="190959" y="214312"/>
                    </a:lnTo>
                    <a:lnTo>
                      <a:pt x="160967" y="214312"/>
                    </a:lnTo>
                    <a:cubicBezTo>
                      <a:pt x="141727" y="214312"/>
                      <a:pt x="125796" y="204430"/>
                      <a:pt x="113295" y="185821"/>
                    </a:cubicBezTo>
                    <a:lnTo>
                      <a:pt x="112985" y="185345"/>
                    </a:lnTo>
                    <a:lnTo>
                      <a:pt x="109735" y="190476"/>
                    </a:lnTo>
                    <a:lnTo>
                      <a:pt x="105389" y="197108"/>
                    </a:lnTo>
                    <a:cubicBezTo>
                      <a:pt x="89244" y="221325"/>
                      <a:pt x="70361" y="217241"/>
                      <a:pt x="49430" y="192226"/>
                    </a:cubicBezTo>
                    <a:lnTo>
                      <a:pt x="48668" y="191322"/>
                    </a:lnTo>
                    <a:lnTo>
                      <a:pt x="46572" y="193072"/>
                    </a:lnTo>
                    <a:cubicBezTo>
                      <a:pt x="39452" y="198842"/>
                      <a:pt x="31336" y="204549"/>
                      <a:pt x="22224" y="210193"/>
                    </a:cubicBezTo>
                    <a:lnTo>
                      <a:pt x="18271" y="212610"/>
                    </a:lnTo>
                    <a:cubicBezTo>
                      <a:pt x="14622" y="214894"/>
                      <a:pt x="10024" y="215029"/>
                      <a:pt x="6246" y="212965"/>
                    </a:cubicBezTo>
                    <a:cubicBezTo>
                      <a:pt x="2468" y="210901"/>
                      <a:pt x="99" y="206958"/>
                      <a:pt x="49" y="202654"/>
                    </a:cubicBezTo>
                    <a:cubicBezTo>
                      <a:pt x="0" y="198349"/>
                      <a:pt x="2278" y="194353"/>
                      <a:pt x="6007" y="192203"/>
                    </a:cubicBezTo>
                    <a:cubicBezTo>
                      <a:pt x="15022" y="186863"/>
                      <a:pt x="23655" y="180903"/>
                      <a:pt x="31844" y="174367"/>
                    </a:cubicBezTo>
                    <a:lnTo>
                      <a:pt x="32773" y="173593"/>
                    </a:lnTo>
                    <a:lnTo>
                      <a:pt x="31022" y="171807"/>
                    </a:lnTo>
                    <a:cubicBezTo>
                      <a:pt x="19140" y="159508"/>
                      <a:pt x="13187" y="149138"/>
                      <a:pt x="12258" y="134219"/>
                    </a:cubicBezTo>
                    <a:lnTo>
                      <a:pt x="12139" y="131171"/>
                    </a:lnTo>
                    <a:cubicBezTo>
                      <a:pt x="11687" y="104108"/>
                      <a:pt x="27105" y="83344"/>
                      <a:pt x="47858" y="83344"/>
                    </a:cubicBezTo>
                    <a:cubicBezTo>
                      <a:pt x="72290" y="83344"/>
                      <a:pt x="83577" y="94631"/>
                      <a:pt x="83577" y="130969"/>
                    </a:cubicBezTo>
                    <a:cubicBezTo>
                      <a:pt x="83577" y="145471"/>
                      <a:pt x="77981" y="159449"/>
                      <a:pt x="67003" y="173022"/>
                    </a:cubicBezTo>
                    <a:lnTo>
                      <a:pt x="65693" y="174569"/>
                    </a:lnTo>
                    <a:lnTo>
                      <a:pt x="69027" y="178856"/>
                    </a:lnTo>
                    <a:cubicBezTo>
                      <a:pt x="78362" y="190583"/>
                      <a:pt x="80862" y="190667"/>
                      <a:pt x="85017" y="184714"/>
                    </a:cubicBezTo>
                    <a:lnTo>
                      <a:pt x="85577" y="183892"/>
                    </a:lnTo>
                    <a:cubicBezTo>
                      <a:pt x="93276" y="172335"/>
                      <a:pt x="98979" y="162842"/>
                      <a:pt x="102686" y="155412"/>
                    </a:cubicBezTo>
                    <a:cubicBezTo>
                      <a:pt x="104758" y="151262"/>
                      <a:pt x="109051" y="148693"/>
                      <a:pt x="113687" y="148829"/>
                    </a:cubicBezTo>
                    <a:cubicBezTo>
                      <a:pt x="118323" y="148964"/>
                      <a:pt x="122458" y="151780"/>
                      <a:pt x="124284" y="156043"/>
                    </a:cubicBezTo>
                    <a:cubicBezTo>
                      <a:pt x="134500" y="179880"/>
                      <a:pt x="146644" y="190500"/>
                      <a:pt x="160967" y="190500"/>
                    </a:cubicBezTo>
                    <a:lnTo>
                      <a:pt x="161979" y="190488"/>
                    </a:lnTo>
                    <a:lnTo>
                      <a:pt x="158503" y="187011"/>
                    </a:lnTo>
                    <a:cubicBezTo>
                      <a:pt x="156270" y="184779"/>
                      <a:pt x="155015" y="181751"/>
                      <a:pt x="155014" y="178594"/>
                    </a:cubicBezTo>
                    <a:lnTo>
                      <a:pt x="155014" y="71438"/>
                    </a:lnTo>
                    <a:lnTo>
                      <a:pt x="226452" y="71438"/>
                    </a:lnTo>
                    <a:lnTo>
                      <a:pt x="226452" y="178594"/>
                    </a:lnTo>
                    <a:cubicBezTo>
                      <a:pt x="226451" y="181751"/>
                      <a:pt x="225196" y="184779"/>
                      <a:pt x="222963" y="18701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306318" y="4555808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광고 운영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800600" y="4305300"/>
              <a:ext cx="1809750" cy="723900"/>
              <a:chOff x="4800600" y="4305300"/>
              <a:chExt cx="1809750" cy="7239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800600" y="4305300"/>
                <a:ext cx="1809750" cy="723900"/>
              </a:xfrm>
              <a:prstGeom prst="roundRect">
                <a:avLst>
                  <a:gd name="adj" fmla="val 21053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995857" y="4518453"/>
                <a:ext cx="240614" cy="240444"/>
              </a:xfrm>
              <a:custGeom>
                <a:avLst/>
                <a:gdLst/>
                <a:ahLst/>
                <a:cxnLst/>
                <a:rect l="l" t="t" r="r" b="b"/>
                <a:pathLst>
                  <a:path w="240614" h="240444">
                    <a:moveTo>
                      <a:pt x="202411" y="13066"/>
                    </a:moveTo>
                    <a:cubicBezTo>
                      <a:pt x="219828" y="13040"/>
                      <a:pt x="234725" y="25580"/>
                      <a:pt x="237669" y="42746"/>
                    </a:cubicBezTo>
                    <a:cubicBezTo>
                      <a:pt x="240614" y="59912"/>
                      <a:pt x="230748" y="76699"/>
                      <a:pt x="214318" y="82479"/>
                    </a:cubicBezTo>
                    <a:lnTo>
                      <a:pt x="214318" y="132128"/>
                    </a:lnTo>
                    <a:cubicBezTo>
                      <a:pt x="214318" y="171582"/>
                      <a:pt x="182334" y="203566"/>
                      <a:pt x="142880" y="203566"/>
                    </a:cubicBezTo>
                    <a:lnTo>
                      <a:pt x="135915" y="203566"/>
                    </a:lnTo>
                    <a:lnTo>
                      <a:pt x="151298" y="218960"/>
                    </a:lnTo>
                    <a:cubicBezTo>
                      <a:pt x="155539" y="223202"/>
                      <a:pt x="155963" y="229937"/>
                      <a:pt x="152286" y="234677"/>
                    </a:cubicBezTo>
                    <a:lnTo>
                      <a:pt x="151298" y="235796"/>
                    </a:lnTo>
                    <a:cubicBezTo>
                      <a:pt x="146648" y="240444"/>
                      <a:pt x="139112" y="240444"/>
                      <a:pt x="134462" y="235796"/>
                    </a:cubicBezTo>
                    <a:lnTo>
                      <a:pt x="99232" y="200565"/>
                    </a:lnTo>
                    <a:cubicBezTo>
                      <a:pt x="98041" y="199498"/>
                      <a:pt x="97077" y="198203"/>
                      <a:pt x="96398" y="196755"/>
                    </a:cubicBezTo>
                    <a:lnTo>
                      <a:pt x="95946" y="195672"/>
                    </a:lnTo>
                    <a:lnTo>
                      <a:pt x="95612" y="194553"/>
                    </a:lnTo>
                    <a:cubicBezTo>
                      <a:pt x="94670" y="190957"/>
                      <a:pt x="95497" y="187128"/>
                      <a:pt x="97839" y="184242"/>
                    </a:cubicBezTo>
                    <a:lnTo>
                      <a:pt x="98744" y="183242"/>
                    </a:lnTo>
                    <a:lnTo>
                      <a:pt x="134462" y="147523"/>
                    </a:lnTo>
                    <a:cubicBezTo>
                      <a:pt x="139134" y="143011"/>
                      <a:pt x="146560" y="143075"/>
                      <a:pt x="151153" y="147668"/>
                    </a:cubicBezTo>
                    <a:cubicBezTo>
                      <a:pt x="155745" y="152261"/>
                      <a:pt x="155810" y="159687"/>
                      <a:pt x="151298" y="164358"/>
                    </a:cubicBezTo>
                    <a:lnTo>
                      <a:pt x="135903" y="179753"/>
                    </a:lnTo>
                    <a:lnTo>
                      <a:pt x="142880" y="179753"/>
                    </a:lnTo>
                    <a:cubicBezTo>
                      <a:pt x="168257" y="179753"/>
                      <a:pt x="189177" y="159855"/>
                      <a:pt x="190446" y="134509"/>
                    </a:cubicBezTo>
                    <a:lnTo>
                      <a:pt x="190505" y="132128"/>
                    </a:lnTo>
                    <a:lnTo>
                      <a:pt x="190505" y="82467"/>
                    </a:lnTo>
                    <a:cubicBezTo>
                      <a:pt x="176231" y="77421"/>
                      <a:pt x="166690" y="63924"/>
                      <a:pt x="166693" y="48784"/>
                    </a:cubicBezTo>
                    <a:lnTo>
                      <a:pt x="166752" y="46689"/>
                    </a:lnTo>
                    <a:cubicBezTo>
                      <a:pt x="167862" y="27808"/>
                      <a:pt x="183498" y="13065"/>
                      <a:pt x="202411" y="13066"/>
                    </a:cubicBezTo>
                    <a:moveTo>
                      <a:pt x="103673" y="4648"/>
                    </a:moveTo>
                    <a:lnTo>
                      <a:pt x="139392" y="40367"/>
                    </a:lnTo>
                    <a:cubicBezTo>
                      <a:pt x="142394" y="43300"/>
                      <a:pt x="143589" y="47619"/>
                      <a:pt x="142523" y="51678"/>
                    </a:cubicBezTo>
                    <a:lnTo>
                      <a:pt x="142404" y="52047"/>
                    </a:lnTo>
                    <a:lnTo>
                      <a:pt x="142368" y="52261"/>
                    </a:lnTo>
                    <a:lnTo>
                      <a:pt x="142273" y="52475"/>
                    </a:lnTo>
                    <a:lnTo>
                      <a:pt x="142190" y="52797"/>
                    </a:lnTo>
                    <a:lnTo>
                      <a:pt x="141999" y="53214"/>
                    </a:lnTo>
                    <a:lnTo>
                      <a:pt x="141880" y="53595"/>
                    </a:lnTo>
                    <a:lnTo>
                      <a:pt x="141797" y="53714"/>
                    </a:lnTo>
                    <a:lnTo>
                      <a:pt x="141737" y="53880"/>
                    </a:lnTo>
                    <a:cubicBezTo>
                      <a:pt x="141074" y="55304"/>
                      <a:pt x="140135" y="56583"/>
                      <a:pt x="138975" y="57643"/>
                    </a:cubicBezTo>
                    <a:lnTo>
                      <a:pt x="103673" y="92921"/>
                    </a:lnTo>
                    <a:cubicBezTo>
                      <a:pt x="99431" y="97162"/>
                      <a:pt x="92696" y="97586"/>
                      <a:pt x="87957" y="93909"/>
                    </a:cubicBezTo>
                    <a:lnTo>
                      <a:pt x="86837" y="92921"/>
                    </a:lnTo>
                    <a:cubicBezTo>
                      <a:pt x="82189" y="88272"/>
                      <a:pt x="82189" y="80735"/>
                      <a:pt x="86837" y="76085"/>
                    </a:cubicBezTo>
                    <a:lnTo>
                      <a:pt x="102208" y="60691"/>
                    </a:lnTo>
                    <a:lnTo>
                      <a:pt x="95255" y="60691"/>
                    </a:lnTo>
                    <a:cubicBezTo>
                      <a:pt x="69878" y="60691"/>
                      <a:pt x="48958" y="80589"/>
                      <a:pt x="47690" y="105934"/>
                    </a:cubicBezTo>
                    <a:lnTo>
                      <a:pt x="47630" y="108316"/>
                    </a:lnTo>
                    <a:lnTo>
                      <a:pt x="47630" y="157977"/>
                    </a:lnTo>
                    <a:cubicBezTo>
                      <a:pt x="64768" y="164027"/>
                      <a:pt x="74634" y="181977"/>
                      <a:pt x="70555" y="199688"/>
                    </a:cubicBezTo>
                    <a:cubicBezTo>
                      <a:pt x="66477" y="217398"/>
                      <a:pt x="49753" y="229226"/>
                      <a:pt x="31696" y="227171"/>
                    </a:cubicBezTo>
                    <a:cubicBezTo>
                      <a:pt x="13638" y="225116"/>
                      <a:pt x="0" y="209834"/>
                      <a:pt x="5" y="191659"/>
                    </a:cubicBezTo>
                    <a:lnTo>
                      <a:pt x="65" y="189564"/>
                    </a:lnTo>
                    <a:cubicBezTo>
                      <a:pt x="901" y="175210"/>
                      <a:pt x="10262" y="162757"/>
                      <a:pt x="23818" y="157965"/>
                    </a:cubicBezTo>
                    <a:lnTo>
                      <a:pt x="23818" y="108316"/>
                    </a:lnTo>
                    <a:cubicBezTo>
                      <a:pt x="23818" y="68862"/>
                      <a:pt x="55801" y="36878"/>
                      <a:pt x="95255" y="36878"/>
                    </a:cubicBezTo>
                    <a:lnTo>
                      <a:pt x="102220" y="36878"/>
                    </a:lnTo>
                    <a:lnTo>
                      <a:pt x="86837" y="21483"/>
                    </a:lnTo>
                    <a:cubicBezTo>
                      <a:pt x="82596" y="17242"/>
                      <a:pt x="82172" y="10507"/>
                      <a:pt x="85849" y="5767"/>
                    </a:cubicBezTo>
                    <a:lnTo>
                      <a:pt x="86837" y="4648"/>
                    </a:lnTo>
                    <a:cubicBezTo>
                      <a:pt x="91487" y="0"/>
                      <a:pt x="99023" y="0"/>
                      <a:pt x="103673" y="464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363718" y="4555808"/>
                <a:ext cx="73096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반품정책</a:t>
                </a: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27 / 41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23902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Shopify : 독립몰과 AI 운영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5840" y="1987824"/>
            <a:ext cx="5247449" cy="323715"/>
            <a:chOff x="555840" y="1987824"/>
            <a:chExt cx="5247449" cy="323715"/>
          </a:xfrm>
        </p:grpSpPr>
        <p:sp>
          <p:nvSpPr>
            <p:cNvPr id="8" name="Freeform 8"/>
            <p:cNvSpPr/>
            <p:nvPr/>
          </p:nvSpPr>
          <p:spPr>
            <a:xfrm>
              <a:off x="555840" y="1987824"/>
              <a:ext cx="278970" cy="271190"/>
            </a:xfrm>
            <a:custGeom>
              <a:avLst/>
              <a:gdLst/>
              <a:ahLst/>
              <a:cxnLst/>
              <a:rect l="l" t="t" r="r" b="b"/>
              <a:pathLst>
                <a:path w="278970" h="271190">
                  <a:moveTo>
                    <a:pt x="149025" y="5268"/>
                  </a:moveTo>
                  <a:lnTo>
                    <a:pt x="270469" y="126712"/>
                  </a:lnTo>
                  <a:cubicBezTo>
                    <a:pt x="278970" y="135213"/>
                    <a:pt x="272952" y="149746"/>
                    <a:pt x="260929" y="149746"/>
                  </a:cubicBezTo>
                  <a:lnTo>
                    <a:pt x="247435" y="149746"/>
                  </a:lnTo>
                  <a:lnTo>
                    <a:pt x="247435" y="230708"/>
                  </a:lnTo>
                  <a:cubicBezTo>
                    <a:pt x="247435" y="253066"/>
                    <a:pt x="229311" y="271190"/>
                    <a:pt x="206954" y="271190"/>
                  </a:cubicBezTo>
                  <a:lnTo>
                    <a:pt x="193460" y="271190"/>
                  </a:lnTo>
                  <a:lnTo>
                    <a:pt x="193460" y="176733"/>
                  </a:lnTo>
                  <a:cubicBezTo>
                    <a:pt x="193462" y="155298"/>
                    <a:pt x="176753" y="137577"/>
                    <a:pt x="155354" y="136319"/>
                  </a:cubicBezTo>
                  <a:lnTo>
                    <a:pt x="152979" y="136252"/>
                  </a:lnTo>
                  <a:lnTo>
                    <a:pt x="125991" y="136252"/>
                  </a:lnTo>
                  <a:cubicBezTo>
                    <a:pt x="103634" y="136252"/>
                    <a:pt x="85510" y="154376"/>
                    <a:pt x="85510" y="176733"/>
                  </a:cubicBezTo>
                  <a:lnTo>
                    <a:pt x="85510" y="271190"/>
                  </a:lnTo>
                  <a:lnTo>
                    <a:pt x="72016" y="271190"/>
                  </a:lnTo>
                  <a:cubicBezTo>
                    <a:pt x="49659" y="271190"/>
                    <a:pt x="31535" y="253066"/>
                    <a:pt x="31535" y="230708"/>
                  </a:cubicBezTo>
                  <a:lnTo>
                    <a:pt x="31535" y="149746"/>
                  </a:lnTo>
                  <a:lnTo>
                    <a:pt x="18041" y="149746"/>
                  </a:lnTo>
                  <a:cubicBezTo>
                    <a:pt x="6032" y="149746"/>
                    <a:pt x="0" y="135213"/>
                    <a:pt x="8501" y="126712"/>
                  </a:cubicBezTo>
                  <a:lnTo>
                    <a:pt x="129945" y="5268"/>
                  </a:lnTo>
                  <a:cubicBezTo>
                    <a:pt x="135214" y="0"/>
                    <a:pt x="143756" y="0"/>
                    <a:pt x="149025" y="5268"/>
                  </a:cubicBezTo>
                  <a:moveTo>
                    <a:pt x="152979" y="163239"/>
                  </a:moveTo>
                  <a:cubicBezTo>
                    <a:pt x="160431" y="163239"/>
                    <a:pt x="166473" y="169281"/>
                    <a:pt x="166473" y="176733"/>
                  </a:cubicBezTo>
                  <a:lnTo>
                    <a:pt x="166473" y="271190"/>
                  </a:lnTo>
                  <a:lnTo>
                    <a:pt x="112498" y="271190"/>
                  </a:lnTo>
                  <a:lnTo>
                    <a:pt x="112498" y="176733"/>
                  </a:lnTo>
                  <a:cubicBezTo>
                    <a:pt x="112499" y="169892"/>
                    <a:pt x="117619" y="164134"/>
                    <a:pt x="124413" y="163334"/>
                  </a:cubicBezTo>
                  <a:lnTo>
                    <a:pt x="125991" y="1632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456" y="2034540"/>
              <a:ext cx="48218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판매자가 자기 브랜드몰을 만들 수 있게 해주는 플랫폼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2781300"/>
            <a:ext cx="4229100" cy="3543300"/>
            <a:chOff x="533400" y="2781300"/>
            <a:chExt cx="4229100" cy="3543300"/>
          </a:xfrm>
        </p:grpSpPr>
        <p:sp>
          <p:nvSpPr>
            <p:cNvPr id="11" name="Rectangle 11"/>
            <p:cNvSpPr/>
            <p:nvPr/>
          </p:nvSpPr>
          <p:spPr>
            <a:xfrm>
              <a:off x="533400" y="2781300"/>
              <a:ext cx="4229100" cy="3543300"/>
            </a:xfrm>
            <a:prstGeom prst="roundRect">
              <a:avLst>
                <a:gd name="adj" fmla="val 4301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3400" y="2781300"/>
              <a:ext cx="42291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3086100"/>
              <a:ext cx="42291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40581" y="2974181"/>
              <a:ext cx="243372" cy="243840"/>
              <a:chOff x="840581" y="2974181"/>
              <a:chExt cx="243372" cy="24384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40581" y="29741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94456" y="0"/>
                    </a:moveTo>
                    <a:lnTo>
                      <a:pt x="13494" y="0"/>
                    </a:lnTo>
                    <a:cubicBezTo>
                      <a:pt x="6041" y="0"/>
                      <a:pt x="0" y="6041"/>
                      <a:pt x="0" y="13494"/>
                    </a:cubicBezTo>
                    <a:lnTo>
                      <a:pt x="0" y="94456"/>
                    </a:lnTo>
                    <a:cubicBezTo>
                      <a:pt x="0" y="101909"/>
                      <a:pt x="6041" y="107950"/>
                      <a:pt x="13494" y="107950"/>
                    </a:cubicBezTo>
                    <a:lnTo>
                      <a:pt x="94456" y="107950"/>
                    </a:lnTo>
                    <a:cubicBezTo>
                      <a:pt x="101909" y="107950"/>
                      <a:pt x="107950" y="101909"/>
                      <a:pt x="107950" y="94456"/>
                    </a:cubicBezTo>
                    <a:lnTo>
                      <a:pt x="107950" y="13494"/>
                    </a:lnTo>
                    <a:cubicBezTo>
                      <a:pt x="107950" y="6041"/>
                      <a:pt x="101909" y="0"/>
                      <a:pt x="944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75519" y="29741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94456" y="0"/>
                    </a:moveTo>
                    <a:lnTo>
                      <a:pt x="13494" y="0"/>
                    </a:lnTo>
                    <a:cubicBezTo>
                      <a:pt x="6041" y="0"/>
                      <a:pt x="0" y="6041"/>
                      <a:pt x="0" y="13494"/>
                    </a:cubicBezTo>
                    <a:lnTo>
                      <a:pt x="0" y="94456"/>
                    </a:lnTo>
                    <a:cubicBezTo>
                      <a:pt x="0" y="101909"/>
                      <a:pt x="6041" y="107950"/>
                      <a:pt x="13494" y="107950"/>
                    </a:cubicBezTo>
                    <a:lnTo>
                      <a:pt x="94456" y="107950"/>
                    </a:lnTo>
                    <a:cubicBezTo>
                      <a:pt x="101909" y="107950"/>
                      <a:pt x="107950" y="101909"/>
                      <a:pt x="107950" y="94456"/>
                    </a:cubicBezTo>
                    <a:lnTo>
                      <a:pt x="107950" y="13494"/>
                    </a:lnTo>
                    <a:cubicBezTo>
                      <a:pt x="107950" y="6041"/>
                      <a:pt x="101909" y="0"/>
                      <a:pt x="944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40581" y="3109119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94456" y="0"/>
                    </a:moveTo>
                    <a:lnTo>
                      <a:pt x="13494" y="0"/>
                    </a:lnTo>
                    <a:cubicBezTo>
                      <a:pt x="6041" y="0"/>
                      <a:pt x="0" y="6041"/>
                      <a:pt x="0" y="13494"/>
                    </a:cubicBezTo>
                    <a:lnTo>
                      <a:pt x="0" y="94456"/>
                    </a:lnTo>
                    <a:cubicBezTo>
                      <a:pt x="0" y="101909"/>
                      <a:pt x="6041" y="107950"/>
                      <a:pt x="13494" y="107950"/>
                    </a:cubicBezTo>
                    <a:lnTo>
                      <a:pt x="94456" y="107950"/>
                    </a:lnTo>
                    <a:cubicBezTo>
                      <a:pt x="101909" y="107950"/>
                      <a:pt x="107950" y="101909"/>
                      <a:pt x="107950" y="94456"/>
                    </a:cubicBezTo>
                    <a:lnTo>
                      <a:pt x="107950" y="13494"/>
                    </a:lnTo>
                    <a:cubicBezTo>
                      <a:pt x="107950" y="6041"/>
                      <a:pt x="101909" y="0"/>
                      <a:pt x="944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75519" y="3109119"/>
                <a:ext cx="108434" cy="108902"/>
              </a:xfrm>
              <a:custGeom>
                <a:avLst/>
                <a:gdLst/>
                <a:ahLst/>
                <a:cxnLst/>
                <a:rect l="l" t="t" r="r" b="b"/>
                <a:pathLst>
                  <a:path w="108434" h="108902">
                    <a:moveTo>
                      <a:pt x="53975" y="0"/>
                    </a:moveTo>
                    <a:cubicBezTo>
                      <a:pt x="83434" y="0"/>
                      <a:pt x="107452" y="23621"/>
                      <a:pt x="107943" y="53075"/>
                    </a:cubicBezTo>
                    <a:cubicBezTo>
                      <a:pt x="108434" y="82530"/>
                      <a:pt x="85217" y="106938"/>
                      <a:pt x="55775" y="107920"/>
                    </a:cubicBezTo>
                    <a:cubicBezTo>
                      <a:pt x="26332" y="108902"/>
                      <a:pt x="1540" y="86096"/>
                      <a:pt x="67" y="56674"/>
                    </a:cubicBezTo>
                    <a:lnTo>
                      <a:pt x="0" y="53975"/>
                    </a:lnTo>
                    <a:lnTo>
                      <a:pt x="67" y="51276"/>
                    </a:lnTo>
                    <a:cubicBezTo>
                      <a:pt x="1506" y="22552"/>
                      <a:pt x="25214" y="0"/>
                      <a:pt x="539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47394" y="2980372"/>
              <a:ext cx="96340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Amazon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9056" y="3996690"/>
              <a:ext cx="1715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거대한 시장 안에서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4358640"/>
              <a:ext cx="12551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경쟁하는 방식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91100" y="2781300"/>
            <a:ext cx="4229100" cy="3543300"/>
            <a:chOff x="4991100" y="2781300"/>
            <a:chExt cx="4229100" cy="3543300"/>
          </a:xfrm>
        </p:grpSpPr>
        <p:sp>
          <p:nvSpPr>
            <p:cNvPr id="23" name="Rectangle 23"/>
            <p:cNvSpPr/>
            <p:nvPr/>
          </p:nvSpPr>
          <p:spPr>
            <a:xfrm>
              <a:off x="4991100" y="2781300"/>
              <a:ext cx="4229100" cy="3543300"/>
            </a:xfrm>
            <a:prstGeom prst="roundRect">
              <a:avLst>
                <a:gd name="adj" fmla="val 430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991100" y="2781300"/>
              <a:ext cx="42291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991100" y="3086100"/>
              <a:ext cx="42291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5280240" y="2959374"/>
              <a:ext cx="278970" cy="271190"/>
            </a:xfrm>
            <a:custGeom>
              <a:avLst/>
              <a:gdLst/>
              <a:ahLst/>
              <a:cxnLst/>
              <a:rect l="l" t="t" r="r" b="b"/>
              <a:pathLst>
                <a:path w="278970" h="271190">
                  <a:moveTo>
                    <a:pt x="149025" y="5268"/>
                  </a:moveTo>
                  <a:lnTo>
                    <a:pt x="270469" y="126712"/>
                  </a:lnTo>
                  <a:cubicBezTo>
                    <a:pt x="278970" y="135213"/>
                    <a:pt x="272952" y="149746"/>
                    <a:pt x="260929" y="149746"/>
                  </a:cubicBezTo>
                  <a:lnTo>
                    <a:pt x="247435" y="149746"/>
                  </a:lnTo>
                  <a:lnTo>
                    <a:pt x="247435" y="230708"/>
                  </a:lnTo>
                  <a:cubicBezTo>
                    <a:pt x="247435" y="253066"/>
                    <a:pt x="229311" y="271190"/>
                    <a:pt x="206954" y="271190"/>
                  </a:cubicBezTo>
                  <a:lnTo>
                    <a:pt x="193460" y="271190"/>
                  </a:lnTo>
                  <a:lnTo>
                    <a:pt x="193460" y="176733"/>
                  </a:lnTo>
                  <a:cubicBezTo>
                    <a:pt x="193462" y="155298"/>
                    <a:pt x="176753" y="137577"/>
                    <a:pt x="155354" y="136319"/>
                  </a:cubicBezTo>
                  <a:lnTo>
                    <a:pt x="152979" y="136252"/>
                  </a:lnTo>
                  <a:lnTo>
                    <a:pt x="125991" y="136252"/>
                  </a:lnTo>
                  <a:cubicBezTo>
                    <a:pt x="103634" y="136252"/>
                    <a:pt x="85510" y="154376"/>
                    <a:pt x="85510" y="176733"/>
                  </a:cubicBezTo>
                  <a:lnTo>
                    <a:pt x="85510" y="271190"/>
                  </a:lnTo>
                  <a:lnTo>
                    <a:pt x="72016" y="271190"/>
                  </a:lnTo>
                  <a:cubicBezTo>
                    <a:pt x="49659" y="271190"/>
                    <a:pt x="31535" y="253066"/>
                    <a:pt x="31535" y="230708"/>
                  </a:cubicBezTo>
                  <a:lnTo>
                    <a:pt x="31535" y="149746"/>
                  </a:lnTo>
                  <a:lnTo>
                    <a:pt x="18041" y="149746"/>
                  </a:lnTo>
                  <a:cubicBezTo>
                    <a:pt x="6032" y="149746"/>
                    <a:pt x="0" y="135213"/>
                    <a:pt x="8501" y="126712"/>
                  </a:cubicBezTo>
                  <a:lnTo>
                    <a:pt x="129945" y="5268"/>
                  </a:lnTo>
                  <a:cubicBezTo>
                    <a:pt x="135214" y="0"/>
                    <a:pt x="143756" y="0"/>
                    <a:pt x="149025" y="5268"/>
                  </a:cubicBezTo>
                  <a:moveTo>
                    <a:pt x="152979" y="163239"/>
                  </a:moveTo>
                  <a:cubicBezTo>
                    <a:pt x="160431" y="163239"/>
                    <a:pt x="166473" y="169281"/>
                    <a:pt x="166473" y="176733"/>
                  </a:cubicBezTo>
                  <a:lnTo>
                    <a:pt x="166473" y="271190"/>
                  </a:lnTo>
                  <a:lnTo>
                    <a:pt x="112498" y="271190"/>
                  </a:lnTo>
                  <a:lnTo>
                    <a:pt x="112498" y="176733"/>
                  </a:lnTo>
                  <a:cubicBezTo>
                    <a:pt x="112499" y="169892"/>
                    <a:pt x="117619" y="164134"/>
                    <a:pt x="124413" y="163334"/>
                  </a:cubicBezTo>
                  <a:lnTo>
                    <a:pt x="125991" y="1632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05094" y="2980372"/>
              <a:ext cx="90428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Shopify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756" y="3996690"/>
              <a:ext cx="14539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자신만의 매장을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6756" y="4358640"/>
              <a:ext cx="12551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구축하는 방식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28 / 41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23902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Shopify : 독립몰과 AI 운영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4256" y="1960038"/>
            <a:ext cx="3728585" cy="1132551"/>
            <a:chOff x="524256" y="1960038"/>
            <a:chExt cx="3728585" cy="1132551"/>
          </a:xfrm>
        </p:grpSpPr>
        <p:grpSp>
          <p:nvGrpSpPr>
            <p:cNvPr id="11" name="Group 11"/>
            <p:cNvGrpSpPr/>
            <p:nvPr/>
          </p:nvGrpSpPr>
          <p:grpSpPr>
            <a:xfrm>
              <a:off x="555894" y="1960038"/>
              <a:ext cx="265369" cy="251875"/>
              <a:chOff x="555894" y="1960038"/>
              <a:chExt cx="265369" cy="2518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5807" y="2121963"/>
                <a:ext cx="85456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85456" h="89950">
                    <a:moveTo>
                      <a:pt x="13494" y="58469"/>
                    </a:moveTo>
                    <a:cubicBezTo>
                      <a:pt x="6041" y="58469"/>
                      <a:pt x="0" y="52427"/>
                      <a:pt x="0" y="44975"/>
                    </a:cubicBezTo>
                    <a:cubicBezTo>
                      <a:pt x="0" y="37522"/>
                      <a:pt x="6041" y="31481"/>
                      <a:pt x="13494" y="31481"/>
                    </a:cubicBezTo>
                    <a:cubicBezTo>
                      <a:pt x="20946" y="31481"/>
                      <a:pt x="26988" y="25440"/>
                      <a:pt x="26988" y="17987"/>
                    </a:cubicBezTo>
                    <a:cubicBezTo>
                      <a:pt x="26988" y="0"/>
                      <a:pt x="53975" y="0"/>
                      <a:pt x="53975" y="17987"/>
                    </a:cubicBezTo>
                    <a:cubicBezTo>
                      <a:pt x="53975" y="25440"/>
                      <a:pt x="60016" y="31481"/>
                      <a:pt x="67469" y="31481"/>
                    </a:cubicBezTo>
                    <a:cubicBezTo>
                      <a:pt x="85456" y="31481"/>
                      <a:pt x="85456" y="58469"/>
                      <a:pt x="67469" y="58469"/>
                    </a:cubicBezTo>
                    <a:cubicBezTo>
                      <a:pt x="60016" y="58469"/>
                      <a:pt x="53975" y="64510"/>
                      <a:pt x="53975" y="71962"/>
                    </a:cubicBezTo>
                    <a:cubicBezTo>
                      <a:pt x="53975" y="89950"/>
                      <a:pt x="26988" y="89950"/>
                      <a:pt x="26988" y="71962"/>
                    </a:cubicBezTo>
                    <a:cubicBezTo>
                      <a:pt x="26988" y="64510"/>
                      <a:pt x="20946" y="58469"/>
                      <a:pt x="13494" y="5846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55894" y="1987025"/>
                <a:ext cx="197900" cy="193406"/>
              </a:xfrm>
              <a:custGeom>
                <a:avLst/>
                <a:gdLst/>
                <a:ahLst/>
                <a:cxnLst/>
                <a:rect l="l" t="t" r="r" b="b"/>
                <a:pathLst>
                  <a:path w="197900" h="193406">
                    <a:moveTo>
                      <a:pt x="17987" y="85456"/>
                    </a:moveTo>
                    <a:cubicBezTo>
                      <a:pt x="55249" y="85456"/>
                      <a:pt x="85456" y="55249"/>
                      <a:pt x="85456" y="17987"/>
                    </a:cubicBezTo>
                    <a:cubicBezTo>
                      <a:pt x="85456" y="0"/>
                      <a:pt x="112444" y="0"/>
                      <a:pt x="112444" y="17987"/>
                    </a:cubicBezTo>
                    <a:cubicBezTo>
                      <a:pt x="112444" y="55249"/>
                      <a:pt x="142651" y="85456"/>
                      <a:pt x="179913" y="85456"/>
                    </a:cubicBezTo>
                    <a:cubicBezTo>
                      <a:pt x="197900" y="85456"/>
                      <a:pt x="197900" y="112444"/>
                      <a:pt x="179913" y="112444"/>
                    </a:cubicBezTo>
                    <a:cubicBezTo>
                      <a:pt x="142651" y="112444"/>
                      <a:pt x="112444" y="142651"/>
                      <a:pt x="112444" y="179913"/>
                    </a:cubicBezTo>
                    <a:cubicBezTo>
                      <a:pt x="112444" y="187365"/>
                      <a:pt x="106402" y="193406"/>
                      <a:pt x="98950" y="193406"/>
                    </a:cubicBezTo>
                    <a:cubicBezTo>
                      <a:pt x="91497" y="193406"/>
                      <a:pt x="85456" y="187365"/>
                      <a:pt x="85456" y="179913"/>
                    </a:cubicBezTo>
                    <a:cubicBezTo>
                      <a:pt x="85456" y="142651"/>
                      <a:pt x="55249" y="112444"/>
                      <a:pt x="17987" y="112444"/>
                    </a:cubicBezTo>
                    <a:cubicBezTo>
                      <a:pt x="0" y="112444"/>
                      <a:pt x="0" y="85456"/>
                      <a:pt x="17987" y="85456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35807" y="1960038"/>
                <a:ext cx="85456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85456" h="89950">
                    <a:moveTo>
                      <a:pt x="13494" y="58469"/>
                    </a:moveTo>
                    <a:cubicBezTo>
                      <a:pt x="6041" y="58469"/>
                      <a:pt x="0" y="52427"/>
                      <a:pt x="0" y="44975"/>
                    </a:cubicBezTo>
                    <a:cubicBezTo>
                      <a:pt x="0" y="37522"/>
                      <a:pt x="6041" y="31481"/>
                      <a:pt x="13494" y="31481"/>
                    </a:cubicBezTo>
                    <a:cubicBezTo>
                      <a:pt x="20946" y="31481"/>
                      <a:pt x="26988" y="25440"/>
                      <a:pt x="26988" y="17987"/>
                    </a:cubicBezTo>
                    <a:cubicBezTo>
                      <a:pt x="26988" y="0"/>
                      <a:pt x="53975" y="0"/>
                      <a:pt x="53975" y="17987"/>
                    </a:cubicBezTo>
                    <a:cubicBezTo>
                      <a:pt x="53975" y="25440"/>
                      <a:pt x="60016" y="31481"/>
                      <a:pt x="67469" y="31481"/>
                    </a:cubicBezTo>
                    <a:cubicBezTo>
                      <a:pt x="85456" y="31481"/>
                      <a:pt x="85456" y="58469"/>
                      <a:pt x="67469" y="58469"/>
                    </a:cubicBezTo>
                    <a:cubicBezTo>
                      <a:pt x="60016" y="58469"/>
                      <a:pt x="53975" y="64510"/>
                      <a:pt x="53975" y="71962"/>
                    </a:cubicBezTo>
                    <a:cubicBezTo>
                      <a:pt x="53975" y="89950"/>
                      <a:pt x="26988" y="89950"/>
                      <a:pt x="26988" y="71962"/>
                    </a:cubicBezTo>
                    <a:cubicBezTo>
                      <a:pt x="26988" y="64510"/>
                      <a:pt x="20946" y="58469"/>
                      <a:pt x="13494" y="5846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79932" y="1964055"/>
              <a:ext cx="135133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활용 영역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256" y="2491740"/>
              <a:ext cx="35399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Shopify형 커머스에서는 단순 판매보다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4256" y="2815590"/>
              <a:ext cx="37285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브랜드 스토리, 고객관계, 재구매가 중요함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3371850"/>
            <a:ext cx="8686800" cy="3086100"/>
            <a:chOff x="533400" y="3371850"/>
            <a:chExt cx="8686800" cy="3086100"/>
          </a:xfrm>
        </p:grpSpPr>
        <p:grpSp>
          <p:nvGrpSpPr>
            <p:cNvPr id="21" name="Group 21"/>
            <p:cNvGrpSpPr/>
            <p:nvPr/>
          </p:nvGrpSpPr>
          <p:grpSpPr>
            <a:xfrm>
              <a:off x="533400" y="3371850"/>
              <a:ext cx="4229100" cy="952500"/>
              <a:chOff x="533400" y="3371850"/>
              <a:chExt cx="4229100" cy="952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33400" y="3371850"/>
                <a:ext cx="422910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821531" y="3718605"/>
                <a:ext cx="260534" cy="260465"/>
                <a:chOff x="821531" y="3718605"/>
                <a:chExt cx="260534" cy="26046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821531" y="3776663"/>
                  <a:ext cx="202407" cy="202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7" h="202407">
                      <a:moveTo>
                        <a:pt x="67469" y="13494"/>
                      </a:moveTo>
                      <a:cubicBezTo>
                        <a:pt x="67469" y="20946"/>
                        <a:pt x="61428" y="26988"/>
                        <a:pt x="53975" y="26988"/>
                      </a:cubicBezTo>
                      <a:lnTo>
                        <a:pt x="40481" y="26988"/>
                      </a:lnTo>
                      <a:cubicBezTo>
                        <a:pt x="33029" y="26988"/>
                        <a:pt x="26988" y="33029"/>
                        <a:pt x="26988" y="40481"/>
                      </a:cubicBezTo>
                      <a:lnTo>
                        <a:pt x="26988" y="161925"/>
                      </a:lnTo>
                      <a:cubicBezTo>
                        <a:pt x="26988" y="169378"/>
                        <a:pt x="33029" y="175419"/>
                        <a:pt x="40481" y="175419"/>
                      </a:cubicBezTo>
                      <a:lnTo>
                        <a:pt x="161925" y="175419"/>
                      </a:lnTo>
                      <a:cubicBezTo>
                        <a:pt x="169378" y="175419"/>
                        <a:pt x="175419" y="169378"/>
                        <a:pt x="175419" y="161925"/>
                      </a:cubicBezTo>
                      <a:lnTo>
                        <a:pt x="175419" y="148432"/>
                      </a:lnTo>
                      <a:cubicBezTo>
                        <a:pt x="175419" y="140979"/>
                        <a:pt x="181461" y="134938"/>
                        <a:pt x="188913" y="134938"/>
                      </a:cubicBezTo>
                      <a:cubicBezTo>
                        <a:pt x="196365" y="134938"/>
                        <a:pt x="202407" y="140979"/>
                        <a:pt x="202407" y="148432"/>
                      </a:cubicBezTo>
                      <a:lnTo>
                        <a:pt x="202407" y="161925"/>
                      </a:lnTo>
                      <a:cubicBezTo>
                        <a:pt x="202407" y="184283"/>
                        <a:pt x="184283" y="202407"/>
                        <a:pt x="161925" y="202407"/>
                      </a:cubicBezTo>
                      <a:lnTo>
                        <a:pt x="40481" y="202407"/>
                      </a:lnTo>
                      <a:cubicBezTo>
                        <a:pt x="18124" y="202407"/>
                        <a:pt x="0" y="184283"/>
                        <a:pt x="0" y="161925"/>
                      </a:cubicBezTo>
                      <a:lnTo>
                        <a:pt x="0" y="40481"/>
                      </a:lnTo>
                      <a:cubicBezTo>
                        <a:pt x="0" y="18124"/>
                        <a:pt x="18124" y="0"/>
                        <a:pt x="40481" y="0"/>
                      </a:cubicBezTo>
                      <a:lnTo>
                        <a:pt x="53975" y="0"/>
                      </a:lnTo>
                      <a:cubicBezTo>
                        <a:pt x="61428" y="0"/>
                        <a:pt x="67469" y="6041"/>
                        <a:pt x="67469" y="13494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889000" y="3718605"/>
                  <a:ext cx="193065" cy="192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65" h="192996">
                      <a:moveTo>
                        <a:pt x="89005" y="44713"/>
                      </a:moveTo>
                      <a:lnTo>
                        <a:pt x="148270" y="103977"/>
                      </a:lnTo>
                      <a:lnTo>
                        <a:pt x="63529" y="189029"/>
                      </a:lnTo>
                      <a:cubicBezTo>
                        <a:pt x="60998" y="191568"/>
                        <a:pt x="57560" y="192995"/>
                        <a:pt x="53975" y="192996"/>
                      </a:cubicBezTo>
                      <a:lnTo>
                        <a:pt x="13494" y="192996"/>
                      </a:lnTo>
                      <a:cubicBezTo>
                        <a:pt x="6041" y="192996"/>
                        <a:pt x="0" y="186955"/>
                        <a:pt x="0" y="179502"/>
                      </a:cubicBezTo>
                      <a:lnTo>
                        <a:pt x="0" y="139021"/>
                      </a:lnTo>
                      <a:cubicBezTo>
                        <a:pt x="1" y="135436"/>
                        <a:pt x="1428" y="131998"/>
                        <a:pt x="3967" y="129467"/>
                      </a:cubicBezTo>
                      <a:close/>
                      <a:moveTo>
                        <a:pt x="176661" y="16335"/>
                      </a:moveTo>
                      <a:cubicBezTo>
                        <a:pt x="192096" y="31760"/>
                        <a:pt x="193065" y="56463"/>
                        <a:pt x="178887" y="73050"/>
                      </a:cubicBezTo>
                      <a:lnTo>
                        <a:pt x="176674" y="75479"/>
                      </a:lnTo>
                      <a:lnTo>
                        <a:pt x="167323" y="84843"/>
                      </a:lnTo>
                      <a:lnTo>
                        <a:pt x="108126" y="25646"/>
                      </a:lnTo>
                      <a:lnTo>
                        <a:pt x="117504" y="16335"/>
                      </a:lnTo>
                      <a:cubicBezTo>
                        <a:pt x="133840" y="0"/>
                        <a:pt x="160325" y="0"/>
                        <a:pt x="176661" y="16335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248156" y="3758565"/>
                <a:ext cx="13176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 설명 작성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991100" y="3371850"/>
              <a:ext cx="4229100" cy="952500"/>
              <a:chOff x="4991100" y="3371850"/>
              <a:chExt cx="4229100" cy="952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991100" y="3371850"/>
                <a:ext cx="422910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5738" y="3736181"/>
                <a:ext cx="269876" cy="257715"/>
              </a:xfrm>
              <a:custGeom>
                <a:avLst/>
                <a:gdLst/>
                <a:ahLst/>
                <a:cxnLst/>
                <a:rect l="l" t="t" r="r" b="b"/>
                <a:pathLst>
                  <a:path w="269876" h="257715">
                    <a:moveTo>
                      <a:pt x="215901" y="0"/>
                    </a:moveTo>
                    <a:cubicBezTo>
                      <a:pt x="245710" y="0"/>
                      <a:pt x="269876" y="24165"/>
                      <a:pt x="269876" y="53975"/>
                    </a:cubicBezTo>
                    <a:lnTo>
                      <a:pt x="269876" y="161925"/>
                    </a:lnTo>
                    <a:cubicBezTo>
                      <a:pt x="269876" y="191735"/>
                      <a:pt x="245710" y="215901"/>
                      <a:pt x="215901" y="215901"/>
                    </a:cubicBezTo>
                    <a:lnTo>
                      <a:pt x="181006" y="215901"/>
                    </a:lnTo>
                    <a:lnTo>
                      <a:pt x="144478" y="252428"/>
                    </a:lnTo>
                    <a:cubicBezTo>
                      <a:pt x="139671" y="257235"/>
                      <a:pt x="132038" y="257715"/>
                      <a:pt x="126666" y="253548"/>
                    </a:cubicBezTo>
                    <a:lnTo>
                      <a:pt x="125398" y="252428"/>
                    </a:lnTo>
                    <a:lnTo>
                      <a:pt x="88857" y="215901"/>
                    </a:lnTo>
                    <a:lnTo>
                      <a:pt x="53975" y="215901"/>
                    </a:lnTo>
                    <a:cubicBezTo>
                      <a:pt x="25214" y="215901"/>
                      <a:pt x="1506" y="193349"/>
                      <a:pt x="67" y="164624"/>
                    </a:cubicBezTo>
                    <a:lnTo>
                      <a:pt x="0" y="161925"/>
                    </a:ln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close/>
                    <a:moveTo>
                      <a:pt x="161925" y="121444"/>
                    </a:moveTo>
                    <a:lnTo>
                      <a:pt x="80963" y="121444"/>
                    </a:lnTo>
                    <a:cubicBezTo>
                      <a:pt x="73510" y="121444"/>
                      <a:pt x="67469" y="127485"/>
                      <a:pt x="67469" y="134938"/>
                    </a:cubicBezTo>
                    <a:cubicBezTo>
                      <a:pt x="67469" y="142390"/>
                      <a:pt x="73510" y="148432"/>
                      <a:pt x="80963" y="148432"/>
                    </a:cubicBezTo>
                    <a:lnTo>
                      <a:pt x="161925" y="148432"/>
                    </a:lnTo>
                    <a:cubicBezTo>
                      <a:pt x="169378" y="148432"/>
                      <a:pt x="175419" y="142390"/>
                      <a:pt x="175419" y="134938"/>
                    </a:cubicBezTo>
                    <a:cubicBezTo>
                      <a:pt x="175419" y="127485"/>
                      <a:pt x="169378" y="121444"/>
                      <a:pt x="161925" y="121444"/>
                    </a:cubicBezTo>
                    <a:moveTo>
                      <a:pt x="188913" y="67469"/>
                    </a:moveTo>
                    <a:lnTo>
                      <a:pt x="80963" y="67469"/>
                    </a:lnTo>
                    <a:cubicBezTo>
                      <a:pt x="73510" y="67469"/>
                      <a:pt x="67469" y="73510"/>
                      <a:pt x="67469" y="80963"/>
                    </a:cubicBezTo>
                    <a:cubicBezTo>
                      <a:pt x="67469" y="88415"/>
                      <a:pt x="73510" y="94456"/>
                      <a:pt x="80963" y="94456"/>
                    </a:cubicBezTo>
                    <a:lnTo>
                      <a:pt x="188913" y="94456"/>
                    </a:lnTo>
                    <a:cubicBezTo>
                      <a:pt x="196365" y="94456"/>
                      <a:pt x="202407" y="88415"/>
                      <a:pt x="202407" y="80963"/>
                    </a:cubicBezTo>
                    <a:cubicBezTo>
                      <a:pt x="202407" y="73510"/>
                      <a:pt x="196365" y="67469"/>
                      <a:pt x="188913" y="674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705856" y="3758565"/>
                <a:ext cx="125515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이메일 마케팅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33400" y="4438650"/>
              <a:ext cx="4229100" cy="952500"/>
              <a:chOff x="533400" y="4438650"/>
              <a:chExt cx="4229100" cy="952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33400" y="4438650"/>
                <a:ext cx="422910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48519" y="4789488"/>
                <a:ext cx="188913" cy="269875"/>
                <a:chOff x="848519" y="4789488"/>
                <a:chExt cx="188913" cy="269875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875506" y="4789488"/>
                  <a:ext cx="134938" cy="134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938" h="134938">
                      <a:moveTo>
                        <a:pt x="67469" y="0"/>
                      </a:moveTo>
                      <a:cubicBezTo>
                        <a:pt x="104731" y="0"/>
                        <a:pt x="134938" y="30207"/>
                        <a:pt x="134938" y="67469"/>
                      </a:cubicBezTo>
                      <a:cubicBezTo>
                        <a:pt x="134938" y="104731"/>
                        <a:pt x="104731" y="134938"/>
                        <a:pt x="67469" y="134938"/>
                      </a:cubicBezTo>
                      <a:cubicBezTo>
                        <a:pt x="30207" y="134938"/>
                        <a:pt x="0" y="104731"/>
                        <a:pt x="0" y="67469"/>
                      </a:cubicBezTo>
                      <a:lnTo>
                        <a:pt x="67" y="64541"/>
                      </a:lnTo>
                      <a:cubicBezTo>
                        <a:pt x="1635" y="28453"/>
                        <a:pt x="31347" y="2"/>
                        <a:pt x="6746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48519" y="4951413"/>
                  <a:ext cx="188913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13" h="107950">
                      <a:moveTo>
                        <a:pt x="121444" y="0"/>
                      </a:moveTo>
                      <a:cubicBezTo>
                        <a:pt x="158706" y="0"/>
                        <a:pt x="188913" y="30207"/>
                        <a:pt x="188913" y="67469"/>
                      </a:cubicBezTo>
                      <a:lnTo>
                        <a:pt x="188913" y="80963"/>
                      </a:lnTo>
                      <a:cubicBezTo>
                        <a:pt x="188913" y="95868"/>
                        <a:pt x="176830" y="107950"/>
                        <a:pt x="161925" y="107950"/>
                      </a:cubicBezTo>
                      <a:lnTo>
                        <a:pt x="26988" y="107950"/>
                      </a:lnTo>
                      <a:cubicBezTo>
                        <a:pt x="12083" y="107950"/>
                        <a:pt x="0" y="95868"/>
                        <a:pt x="0" y="80963"/>
                      </a:cubicBezTo>
                      <a:lnTo>
                        <a:pt x="0" y="67469"/>
                      </a:lnTo>
                      <a:cubicBezTo>
                        <a:pt x="0" y="30207"/>
                        <a:pt x="30207" y="0"/>
                        <a:pt x="67469" y="0"/>
                      </a:cubicBezTo>
                      <a:lnTo>
                        <a:pt x="12144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248156" y="4825365"/>
                <a:ext cx="105637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 세분화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991100" y="4438650"/>
              <a:ext cx="4229100" cy="952500"/>
              <a:chOff x="4991100" y="4438650"/>
              <a:chExt cx="4229100" cy="952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991100" y="4438650"/>
                <a:ext cx="422910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65887" y="4789636"/>
                <a:ext cx="269846" cy="269847"/>
              </a:xfrm>
              <a:custGeom>
                <a:avLst/>
                <a:gdLst/>
                <a:ahLst/>
                <a:cxnLst/>
                <a:rect l="l" t="t" r="r" b="b"/>
                <a:pathLst>
                  <a:path w="269846" h="269847">
                    <a:moveTo>
                      <a:pt x="134923" y="0"/>
                    </a:moveTo>
                    <a:cubicBezTo>
                      <a:pt x="146420" y="0"/>
                      <a:pt x="157431" y="4588"/>
                      <a:pt x="165513" y="12711"/>
                    </a:cubicBezTo>
                    <a:lnTo>
                      <a:pt x="174932" y="22130"/>
                    </a:lnTo>
                    <a:cubicBezTo>
                      <a:pt x="177963" y="25143"/>
                      <a:pt x="182061" y="26835"/>
                      <a:pt x="186334" y="26839"/>
                    </a:cubicBezTo>
                    <a:lnTo>
                      <a:pt x="199828" y="26839"/>
                    </a:lnTo>
                    <a:cubicBezTo>
                      <a:pt x="223676" y="26839"/>
                      <a:pt x="243008" y="46172"/>
                      <a:pt x="243008" y="70019"/>
                    </a:cubicBezTo>
                    <a:lnTo>
                      <a:pt x="243008" y="83513"/>
                    </a:lnTo>
                    <a:cubicBezTo>
                      <a:pt x="243008" y="87777"/>
                      <a:pt x="244708" y="91879"/>
                      <a:pt x="247691" y="94888"/>
                    </a:cubicBezTo>
                    <a:lnTo>
                      <a:pt x="257109" y="104307"/>
                    </a:lnTo>
                    <a:cubicBezTo>
                      <a:pt x="265254" y="112407"/>
                      <a:pt x="269836" y="123418"/>
                      <a:pt x="269841" y="134905"/>
                    </a:cubicBezTo>
                    <a:cubicBezTo>
                      <a:pt x="269846" y="146392"/>
                      <a:pt x="265274" y="157408"/>
                      <a:pt x="257136" y="165515"/>
                    </a:cubicBezTo>
                    <a:lnTo>
                      <a:pt x="247718" y="174933"/>
                    </a:lnTo>
                    <a:cubicBezTo>
                      <a:pt x="244705" y="177964"/>
                      <a:pt x="243012" y="182062"/>
                      <a:pt x="243008" y="186336"/>
                    </a:cubicBezTo>
                    <a:lnTo>
                      <a:pt x="243008" y="199829"/>
                    </a:lnTo>
                    <a:cubicBezTo>
                      <a:pt x="243008" y="223677"/>
                      <a:pt x="223676" y="243010"/>
                      <a:pt x="199828" y="243010"/>
                    </a:cubicBezTo>
                    <a:lnTo>
                      <a:pt x="186334" y="243010"/>
                    </a:lnTo>
                    <a:cubicBezTo>
                      <a:pt x="182074" y="243013"/>
                      <a:pt x="177987" y="244695"/>
                      <a:pt x="174959" y="247692"/>
                    </a:cubicBezTo>
                    <a:lnTo>
                      <a:pt x="165540" y="257111"/>
                    </a:lnTo>
                    <a:cubicBezTo>
                      <a:pt x="157440" y="265255"/>
                      <a:pt x="146429" y="269837"/>
                      <a:pt x="134942" y="269842"/>
                    </a:cubicBezTo>
                    <a:cubicBezTo>
                      <a:pt x="123455" y="269847"/>
                      <a:pt x="112440" y="265275"/>
                      <a:pt x="104333" y="257138"/>
                    </a:cubicBezTo>
                    <a:lnTo>
                      <a:pt x="94914" y="247719"/>
                    </a:lnTo>
                    <a:cubicBezTo>
                      <a:pt x="91884" y="244706"/>
                      <a:pt x="87785" y="243013"/>
                      <a:pt x="83512" y="243010"/>
                    </a:cubicBezTo>
                    <a:lnTo>
                      <a:pt x="70018" y="243010"/>
                    </a:lnTo>
                    <a:cubicBezTo>
                      <a:pt x="46170" y="243010"/>
                      <a:pt x="26838" y="223677"/>
                      <a:pt x="26838" y="199829"/>
                    </a:cubicBezTo>
                    <a:lnTo>
                      <a:pt x="26838" y="186336"/>
                    </a:lnTo>
                    <a:cubicBezTo>
                      <a:pt x="26834" y="182076"/>
                      <a:pt x="25152" y="177989"/>
                      <a:pt x="22155" y="174960"/>
                    </a:cubicBezTo>
                    <a:lnTo>
                      <a:pt x="12737" y="165542"/>
                    </a:lnTo>
                    <a:cubicBezTo>
                      <a:pt x="4592" y="157442"/>
                      <a:pt x="10" y="146430"/>
                      <a:pt x="5" y="134943"/>
                    </a:cubicBezTo>
                    <a:cubicBezTo>
                      <a:pt x="0" y="123457"/>
                      <a:pt x="4572" y="112441"/>
                      <a:pt x="12710" y="104334"/>
                    </a:cubicBezTo>
                    <a:lnTo>
                      <a:pt x="22129" y="94915"/>
                    </a:lnTo>
                    <a:cubicBezTo>
                      <a:pt x="25141" y="91885"/>
                      <a:pt x="26834" y="87786"/>
                      <a:pt x="26838" y="83513"/>
                    </a:cubicBezTo>
                    <a:lnTo>
                      <a:pt x="26838" y="70019"/>
                    </a:lnTo>
                    <a:lnTo>
                      <a:pt x="26905" y="67563"/>
                    </a:lnTo>
                    <a:cubicBezTo>
                      <a:pt x="28207" y="44706"/>
                      <a:pt x="47123" y="26838"/>
                      <a:pt x="70018" y="26839"/>
                    </a:cubicBezTo>
                    <a:lnTo>
                      <a:pt x="83512" y="26839"/>
                    </a:lnTo>
                    <a:cubicBezTo>
                      <a:pt x="87772" y="26835"/>
                      <a:pt x="91859" y="25153"/>
                      <a:pt x="94887" y="22157"/>
                    </a:cubicBezTo>
                    <a:lnTo>
                      <a:pt x="104306" y="12738"/>
                    </a:lnTo>
                    <a:cubicBezTo>
                      <a:pt x="112409" y="4586"/>
                      <a:pt x="123429" y="2"/>
                      <a:pt x="134923" y="0"/>
                    </a:cubicBezTo>
                    <a:moveTo>
                      <a:pt x="168523" y="148283"/>
                    </a:moveTo>
                    <a:cubicBezTo>
                      <a:pt x="157344" y="148283"/>
                      <a:pt x="148282" y="157345"/>
                      <a:pt x="148282" y="168524"/>
                    </a:cubicBezTo>
                    <a:cubicBezTo>
                      <a:pt x="148282" y="179702"/>
                      <a:pt x="157344" y="188765"/>
                      <a:pt x="168523" y="188765"/>
                    </a:cubicBezTo>
                    <a:cubicBezTo>
                      <a:pt x="179701" y="188765"/>
                      <a:pt x="188763" y="179702"/>
                      <a:pt x="188763" y="168524"/>
                    </a:cubicBezTo>
                    <a:cubicBezTo>
                      <a:pt x="188763" y="157345"/>
                      <a:pt x="179701" y="148283"/>
                      <a:pt x="168523" y="148283"/>
                    </a:cubicBezTo>
                    <a:moveTo>
                      <a:pt x="184810" y="84768"/>
                    </a:moveTo>
                    <a:cubicBezTo>
                      <a:pt x="179540" y="79500"/>
                      <a:pt x="170999" y="79500"/>
                      <a:pt x="165729" y="84768"/>
                    </a:cubicBezTo>
                    <a:lnTo>
                      <a:pt x="84767" y="165731"/>
                    </a:lnTo>
                    <a:cubicBezTo>
                      <a:pt x="79653" y="171025"/>
                      <a:pt x="79726" y="179441"/>
                      <a:pt x="84931" y="184646"/>
                    </a:cubicBezTo>
                    <a:cubicBezTo>
                      <a:pt x="90136" y="189851"/>
                      <a:pt x="98552" y="189925"/>
                      <a:pt x="103847" y="184811"/>
                    </a:cubicBezTo>
                    <a:lnTo>
                      <a:pt x="184810" y="103848"/>
                    </a:lnTo>
                    <a:cubicBezTo>
                      <a:pt x="190077" y="98579"/>
                      <a:pt x="190077" y="90037"/>
                      <a:pt x="184810" y="84768"/>
                    </a:cubicBezTo>
                    <a:moveTo>
                      <a:pt x="101054" y="80814"/>
                    </a:moveTo>
                    <a:cubicBezTo>
                      <a:pt x="89875" y="80814"/>
                      <a:pt x="80813" y="89876"/>
                      <a:pt x="80813" y="101055"/>
                    </a:cubicBezTo>
                    <a:cubicBezTo>
                      <a:pt x="80813" y="112234"/>
                      <a:pt x="89875" y="121296"/>
                      <a:pt x="101054" y="121296"/>
                    </a:cubicBezTo>
                    <a:cubicBezTo>
                      <a:pt x="112232" y="121296"/>
                      <a:pt x="121294" y="112234"/>
                      <a:pt x="121294" y="101055"/>
                    </a:cubicBezTo>
                    <a:cubicBezTo>
                      <a:pt x="121294" y="89876"/>
                      <a:pt x="112232" y="80814"/>
                      <a:pt x="101054" y="8081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705856" y="4825365"/>
                <a:ext cx="105637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할인 캠페인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33400" y="5505450"/>
              <a:ext cx="4229100" cy="952500"/>
              <a:chOff x="533400" y="5505450"/>
              <a:chExt cx="4229100" cy="952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5505450"/>
                <a:ext cx="422910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835024" y="5856288"/>
                <a:ext cx="215903" cy="269877"/>
                <a:chOff x="835024" y="5856288"/>
                <a:chExt cx="215903" cy="26987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35024" y="5856288"/>
                  <a:ext cx="215903" cy="269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3" h="269877">
                      <a:moveTo>
                        <a:pt x="107951" y="0"/>
                      </a:moveTo>
                      <a:lnTo>
                        <a:pt x="109530" y="94"/>
                      </a:lnTo>
                      <a:cubicBezTo>
                        <a:pt x="115730" y="826"/>
                        <a:pt x="120620" y="5715"/>
                        <a:pt x="121351" y="11915"/>
                      </a:cubicBezTo>
                      <a:lnTo>
                        <a:pt x="121445" y="13494"/>
                      </a:lnTo>
                      <a:lnTo>
                        <a:pt x="121445" y="67469"/>
                      </a:lnTo>
                      <a:lnTo>
                        <a:pt x="121513" y="69493"/>
                      </a:lnTo>
                      <a:cubicBezTo>
                        <a:pt x="122510" y="82769"/>
                        <a:pt x="133041" y="93335"/>
                        <a:pt x="146314" y="94376"/>
                      </a:cubicBezTo>
                      <a:lnTo>
                        <a:pt x="148433" y="94456"/>
                      </a:lnTo>
                      <a:lnTo>
                        <a:pt x="202408" y="94456"/>
                      </a:lnTo>
                      <a:lnTo>
                        <a:pt x="203987" y="94551"/>
                      </a:lnTo>
                      <a:cubicBezTo>
                        <a:pt x="210187" y="95282"/>
                        <a:pt x="215076" y="100171"/>
                        <a:pt x="215807" y="106371"/>
                      </a:cubicBezTo>
                      <a:lnTo>
                        <a:pt x="215902" y="107950"/>
                      </a:lnTo>
                      <a:lnTo>
                        <a:pt x="215902" y="229394"/>
                      </a:lnTo>
                      <a:cubicBezTo>
                        <a:pt x="215903" y="250830"/>
                        <a:pt x="199194" y="268551"/>
                        <a:pt x="177795" y="269808"/>
                      </a:cubicBezTo>
                      <a:lnTo>
                        <a:pt x="175420" y="269876"/>
                      </a:lnTo>
                      <a:lnTo>
                        <a:pt x="40483" y="269876"/>
                      </a:lnTo>
                      <a:cubicBezTo>
                        <a:pt x="19047" y="269877"/>
                        <a:pt x="1326" y="253168"/>
                        <a:pt x="69" y="231769"/>
                      </a:cubicBezTo>
                      <a:lnTo>
                        <a:pt x="1" y="229394"/>
                      </a:lnTo>
                      <a:lnTo>
                        <a:pt x="1" y="40481"/>
                      </a:lnTo>
                      <a:cubicBezTo>
                        <a:pt x="0" y="19046"/>
                        <a:pt x="16709" y="1325"/>
                        <a:pt x="38108" y="67"/>
                      </a:cubicBezTo>
                      <a:lnTo>
                        <a:pt x="40483" y="0"/>
                      </a:lnTo>
                      <a:close/>
                      <a:moveTo>
                        <a:pt x="148433" y="188913"/>
                      </a:moveTo>
                      <a:lnTo>
                        <a:pt x="67470" y="188913"/>
                      </a:lnTo>
                      <a:cubicBezTo>
                        <a:pt x="60018" y="188913"/>
                        <a:pt x="53976" y="194954"/>
                        <a:pt x="53976" y="202407"/>
                      </a:cubicBezTo>
                      <a:cubicBezTo>
                        <a:pt x="53976" y="209859"/>
                        <a:pt x="60018" y="215901"/>
                        <a:pt x="67470" y="215901"/>
                      </a:cubicBezTo>
                      <a:lnTo>
                        <a:pt x="148433" y="215901"/>
                      </a:lnTo>
                      <a:cubicBezTo>
                        <a:pt x="155885" y="215901"/>
                        <a:pt x="161927" y="209859"/>
                        <a:pt x="161927" y="202407"/>
                      </a:cubicBezTo>
                      <a:cubicBezTo>
                        <a:pt x="161927" y="194954"/>
                        <a:pt x="155885" y="188913"/>
                        <a:pt x="148433" y="188913"/>
                      </a:cubicBezTo>
                      <a:moveTo>
                        <a:pt x="148433" y="134938"/>
                      </a:moveTo>
                      <a:lnTo>
                        <a:pt x="67470" y="134938"/>
                      </a:lnTo>
                      <a:cubicBezTo>
                        <a:pt x="60018" y="134938"/>
                        <a:pt x="53976" y="140979"/>
                        <a:pt x="53976" y="148432"/>
                      </a:cubicBezTo>
                      <a:cubicBezTo>
                        <a:pt x="53976" y="155884"/>
                        <a:pt x="60018" y="161925"/>
                        <a:pt x="67470" y="161925"/>
                      </a:cubicBezTo>
                      <a:lnTo>
                        <a:pt x="148433" y="161925"/>
                      </a:lnTo>
                      <a:cubicBezTo>
                        <a:pt x="155885" y="161925"/>
                        <a:pt x="161927" y="155884"/>
                        <a:pt x="161927" y="148432"/>
                      </a:cubicBezTo>
                      <a:cubicBezTo>
                        <a:pt x="161927" y="140979"/>
                        <a:pt x="155885" y="134938"/>
                        <a:pt x="148433" y="134938"/>
                      </a:cubicBezTo>
                      <a:moveTo>
                        <a:pt x="80964" y="80963"/>
                      </a:moveTo>
                      <a:lnTo>
                        <a:pt x="67470" y="80963"/>
                      </a:lnTo>
                      <a:cubicBezTo>
                        <a:pt x="60018" y="80963"/>
                        <a:pt x="53976" y="87004"/>
                        <a:pt x="53976" y="94456"/>
                      </a:cubicBezTo>
                      <a:cubicBezTo>
                        <a:pt x="53976" y="101909"/>
                        <a:pt x="60018" y="107950"/>
                        <a:pt x="67470" y="107950"/>
                      </a:cubicBezTo>
                      <a:lnTo>
                        <a:pt x="80964" y="107950"/>
                      </a:lnTo>
                      <a:cubicBezTo>
                        <a:pt x="88416" y="107950"/>
                        <a:pt x="94458" y="101909"/>
                        <a:pt x="94458" y="94456"/>
                      </a:cubicBezTo>
                      <a:cubicBezTo>
                        <a:pt x="94458" y="87004"/>
                        <a:pt x="88416" y="80963"/>
                        <a:pt x="80964" y="80963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83443" y="5869768"/>
                  <a:ext cx="53989" cy="53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89" h="53989">
                      <a:moveTo>
                        <a:pt x="53989" y="53989"/>
                      </a:moveTo>
                      <a:lnTo>
                        <a:pt x="13" y="539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248156" y="5892165"/>
                <a:ext cx="107984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FAQ 자동화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4991100" y="5505450"/>
              <a:ext cx="4229100" cy="952500"/>
              <a:chOff x="4991100" y="5505450"/>
              <a:chExt cx="4229100" cy="952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4991100" y="5505450"/>
                <a:ext cx="422910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260168" y="5866658"/>
                <a:ext cx="280652" cy="247333"/>
              </a:xfrm>
              <a:custGeom>
                <a:avLst/>
                <a:gdLst/>
                <a:ahLst/>
                <a:cxnLst/>
                <a:rect l="l" t="t" r="r" b="b"/>
                <a:pathLst>
                  <a:path w="280652" h="247333">
                    <a:moveTo>
                      <a:pt x="72755" y="4122"/>
                    </a:moveTo>
                    <a:cubicBezTo>
                      <a:pt x="96946" y="0"/>
                      <a:pt x="121700" y="7072"/>
                      <a:pt x="140062" y="23350"/>
                    </a:cubicBezTo>
                    <a:lnTo>
                      <a:pt x="140562" y="23796"/>
                    </a:lnTo>
                    <a:lnTo>
                      <a:pt x="141020" y="23391"/>
                    </a:lnTo>
                    <a:cubicBezTo>
                      <a:pt x="158524" y="8030"/>
                      <a:pt x="181794" y="950"/>
                      <a:pt x="204886" y="3960"/>
                    </a:cubicBezTo>
                    <a:lnTo>
                      <a:pt x="208206" y="4446"/>
                    </a:lnTo>
                    <a:cubicBezTo>
                      <a:pt x="237519" y="9507"/>
                      <a:pt x="261696" y="30235"/>
                      <a:pt x="271174" y="58432"/>
                    </a:cubicBezTo>
                    <a:cubicBezTo>
                      <a:pt x="280652" y="86629"/>
                      <a:pt x="273904" y="117752"/>
                      <a:pt x="253599" y="139491"/>
                    </a:cubicBezTo>
                    <a:lnTo>
                      <a:pt x="251170" y="141988"/>
                    </a:lnTo>
                    <a:lnTo>
                      <a:pt x="250522" y="142541"/>
                    </a:lnTo>
                    <a:lnTo>
                      <a:pt x="149994" y="242112"/>
                    </a:lnTo>
                    <a:cubicBezTo>
                      <a:pt x="145196" y="246860"/>
                      <a:pt x="137628" y="247333"/>
                      <a:pt x="132276" y="243218"/>
                    </a:cubicBezTo>
                    <a:lnTo>
                      <a:pt x="131008" y="242112"/>
                    </a:lnTo>
                    <a:lnTo>
                      <a:pt x="29899" y="141961"/>
                    </a:lnTo>
                    <a:cubicBezTo>
                      <a:pt x="8058" y="120710"/>
                      <a:pt x="0" y="88995"/>
                      <a:pt x="9047" y="59896"/>
                    </a:cubicBezTo>
                    <a:cubicBezTo>
                      <a:pt x="18095" y="30796"/>
                      <a:pt x="42715" y="9242"/>
                      <a:pt x="72755" y="41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705856" y="5892165"/>
                <a:ext cx="151644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고객 재구매 유도</a:t>
                </a:r>
              </a:p>
            </p:txBody>
          </p:sp>
        </p:grpSp>
      </p:grpSp>
      <p:sp>
        <p:nvSpPr>
          <p:cNvPr id="47" name="TextBox 47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29 / 41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89371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TikTok Shop : 콘텐츠가 매장이 되는 구조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4976" y="1989138"/>
            <a:ext cx="3004109" cy="322401"/>
            <a:chOff x="554976" y="1989138"/>
            <a:chExt cx="3004109" cy="322401"/>
          </a:xfrm>
        </p:grpSpPr>
        <p:sp>
          <p:nvSpPr>
            <p:cNvPr id="8" name="Freeform 8"/>
            <p:cNvSpPr/>
            <p:nvPr/>
          </p:nvSpPr>
          <p:spPr>
            <a:xfrm>
              <a:off x="554976" y="1989138"/>
              <a:ext cx="275291" cy="269941"/>
            </a:xfrm>
            <a:custGeom>
              <a:avLst/>
              <a:gdLst/>
              <a:ahLst/>
              <a:cxnLst/>
              <a:rect l="l" t="t" r="r" b="b"/>
              <a:pathLst>
                <a:path w="275291" h="269941">
                  <a:moveTo>
                    <a:pt x="195445" y="0"/>
                  </a:moveTo>
                  <a:lnTo>
                    <a:pt x="140350" y="0"/>
                  </a:lnTo>
                  <a:cubicBezTo>
                    <a:pt x="132897" y="0"/>
                    <a:pt x="126856" y="6041"/>
                    <a:pt x="126856" y="13494"/>
                  </a:cubicBezTo>
                  <a:lnTo>
                    <a:pt x="126856" y="168672"/>
                  </a:lnTo>
                  <a:cubicBezTo>
                    <a:pt x="126860" y="177931"/>
                    <a:pt x="120582" y="186013"/>
                    <a:pt x="111609" y="188297"/>
                  </a:cubicBezTo>
                  <a:cubicBezTo>
                    <a:pt x="102636" y="190582"/>
                    <a:pt x="93257" y="186486"/>
                    <a:pt x="88834" y="178352"/>
                  </a:cubicBezTo>
                  <a:cubicBezTo>
                    <a:pt x="84410" y="170218"/>
                    <a:pt x="86070" y="160119"/>
                    <a:pt x="92865" y="153829"/>
                  </a:cubicBezTo>
                  <a:lnTo>
                    <a:pt x="94484" y="152480"/>
                  </a:lnTo>
                  <a:cubicBezTo>
                    <a:pt x="97877" y="149929"/>
                    <a:pt x="99872" y="145930"/>
                    <a:pt x="99868" y="141685"/>
                  </a:cubicBezTo>
                  <a:lnTo>
                    <a:pt x="99868" y="83311"/>
                  </a:lnTo>
                  <a:cubicBezTo>
                    <a:pt x="99872" y="79184"/>
                    <a:pt x="97987" y="75283"/>
                    <a:pt x="94752" y="72721"/>
                  </a:cubicBezTo>
                  <a:cubicBezTo>
                    <a:pt x="91516" y="70159"/>
                    <a:pt x="87287" y="69219"/>
                    <a:pt x="83271" y="70168"/>
                  </a:cubicBezTo>
                  <a:cubicBezTo>
                    <a:pt x="33245" y="81958"/>
                    <a:pt x="0" y="129373"/>
                    <a:pt x="5967" y="180422"/>
                  </a:cubicBezTo>
                  <a:cubicBezTo>
                    <a:pt x="11934" y="231471"/>
                    <a:pt x="55218" y="269941"/>
                    <a:pt x="106615" y="269876"/>
                  </a:cubicBezTo>
                  <a:lnTo>
                    <a:pt x="109894" y="269808"/>
                  </a:lnTo>
                  <a:cubicBezTo>
                    <a:pt x="164477" y="268039"/>
                    <a:pt x="207811" y="223283"/>
                    <a:pt x="207819" y="168672"/>
                  </a:cubicBezTo>
                  <a:lnTo>
                    <a:pt x="207819" y="132239"/>
                  </a:lnTo>
                  <a:lnTo>
                    <a:pt x="212015" y="134304"/>
                  </a:lnTo>
                  <a:cubicBezTo>
                    <a:pt x="227155" y="141455"/>
                    <a:pt x="243496" y="146016"/>
                    <a:pt x="260458" y="147703"/>
                  </a:cubicBezTo>
                  <a:cubicBezTo>
                    <a:pt x="264252" y="148080"/>
                    <a:pt x="268030" y="146835"/>
                    <a:pt x="270855" y="144274"/>
                  </a:cubicBezTo>
                  <a:cubicBezTo>
                    <a:pt x="273681" y="141713"/>
                    <a:pt x="275291" y="138076"/>
                    <a:pt x="275287" y="134263"/>
                  </a:cubicBezTo>
                  <a:lnTo>
                    <a:pt x="275287" y="79843"/>
                  </a:lnTo>
                  <a:cubicBezTo>
                    <a:pt x="275287" y="73255"/>
                    <a:pt x="270530" y="67631"/>
                    <a:pt x="264034" y="66538"/>
                  </a:cubicBezTo>
                  <a:cubicBezTo>
                    <a:pt x="235732" y="61736"/>
                    <a:pt x="213559" y="39568"/>
                    <a:pt x="208750" y="11267"/>
                  </a:cubicBezTo>
                  <a:cubicBezTo>
                    <a:pt x="207662" y="4766"/>
                    <a:pt x="202036" y="2"/>
                    <a:pt x="1954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456" y="2034540"/>
              <a:ext cx="257762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콘텐츠형 커머스의 대표 사례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2781300"/>
            <a:ext cx="8686800" cy="1123950"/>
            <a:chOff x="533400" y="2781300"/>
            <a:chExt cx="8686800" cy="1123950"/>
          </a:xfrm>
        </p:grpSpPr>
        <p:sp>
          <p:nvSpPr>
            <p:cNvPr id="11" name="Rectangle 11"/>
            <p:cNvSpPr/>
            <p:nvPr/>
          </p:nvSpPr>
          <p:spPr>
            <a:xfrm>
              <a:off x="533400" y="2781300"/>
              <a:ext cx="8686800" cy="1123950"/>
            </a:xfrm>
            <a:prstGeom prst="roundRect">
              <a:avLst>
                <a:gd name="adj" fmla="val 135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3095625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1346" y="3211830"/>
              <a:ext cx="27090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✕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615484" y="3204354"/>
              <a:ext cx="265207" cy="267012"/>
            </a:xfrm>
            <a:custGeom>
              <a:avLst/>
              <a:gdLst/>
              <a:ahLst/>
              <a:cxnLst/>
              <a:rect l="l" t="t" r="r" b="b"/>
              <a:pathLst>
                <a:path w="265207" h="267012">
                  <a:moveTo>
                    <a:pt x="162515" y="25536"/>
                  </a:moveTo>
                  <a:cubicBezTo>
                    <a:pt x="187942" y="40213"/>
                    <a:pt x="205776" y="65171"/>
                    <a:pt x="211424" y="93981"/>
                  </a:cubicBezTo>
                  <a:cubicBezTo>
                    <a:pt x="217072" y="122791"/>
                    <a:pt x="209982" y="152636"/>
                    <a:pt x="191979" y="175827"/>
                  </a:cubicBezTo>
                  <a:lnTo>
                    <a:pt x="260394" y="244242"/>
                  </a:lnTo>
                  <a:cubicBezTo>
                    <a:pt x="265207" y="249225"/>
                    <a:pt x="265138" y="257146"/>
                    <a:pt x="260239" y="262045"/>
                  </a:cubicBezTo>
                  <a:cubicBezTo>
                    <a:pt x="255341" y="266944"/>
                    <a:pt x="247419" y="267012"/>
                    <a:pt x="242436" y="262199"/>
                  </a:cubicBezTo>
                  <a:lnTo>
                    <a:pt x="174009" y="193785"/>
                  </a:lnTo>
                  <a:cubicBezTo>
                    <a:pt x="133673" y="225083"/>
                    <a:pt x="76376" y="221588"/>
                    <a:pt x="40144" y="185618"/>
                  </a:cubicBezTo>
                  <a:cubicBezTo>
                    <a:pt x="3912" y="149649"/>
                    <a:pt x="0" y="92378"/>
                    <a:pt x="31004" y="51816"/>
                  </a:cubicBezTo>
                  <a:cubicBezTo>
                    <a:pt x="62009" y="11254"/>
                    <a:pt x="118299" y="0"/>
                    <a:pt x="162515" y="25523"/>
                  </a:cubicBezTo>
                </a:path>
              </a:pathLst>
            </a:custGeom>
            <a:solidFill>
              <a:srgbClr val="5C564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48256" y="3244215"/>
              <a:ext cx="34176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고객이 상품을 검색해서 들어오기보다,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4229100"/>
            <a:ext cx="8686800" cy="1219200"/>
            <a:chOff x="533400" y="4229100"/>
            <a:chExt cx="8686800" cy="1219200"/>
          </a:xfrm>
        </p:grpSpPr>
        <p:sp>
          <p:nvSpPr>
            <p:cNvPr id="17" name="Rectangle 17"/>
            <p:cNvSpPr/>
            <p:nvPr/>
          </p:nvSpPr>
          <p:spPr>
            <a:xfrm>
              <a:off x="533400" y="4229100"/>
              <a:ext cx="8686800" cy="1219200"/>
            </a:xfrm>
            <a:prstGeom prst="roundRect">
              <a:avLst>
                <a:gd name="adj" fmla="val 12500"/>
              </a:avLst>
            </a:prstGeom>
            <a:solidFill>
              <a:srgbClr val="FCF1D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19150" y="45910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39800" y="4706011"/>
              <a:ext cx="267081" cy="267518"/>
            </a:xfrm>
            <a:custGeom>
              <a:avLst/>
              <a:gdLst/>
              <a:ahLst/>
              <a:cxnLst/>
              <a:rect l="l" t="t" r="r" b="b"/>
              <a:pathLst>
                <a:path w="267081" h="267518">
                  <a:moveTo>
                    <a:pt x="190500" y="22707"/>
                  </a:moveTo>
                  <a:cubicBezTo>
                    <a:pt x="243425" y="53266"/>
                    <a:pt x="267081" y="117187"/>
                    <a:pt x="246798" y="174837"/>
                  </a:cubicBezTo>
                  <a:cubicBezTo>
                    <a:pt x="226516" y="232488"/>
                    <a:pt x="168049" y="267518"/>
                    <a:pt x="107648" y="258207"/>
                  </a:cubicBezTo>
                  <a:cubicBezTo>
                    <a:pt x="47247" y="248896"/>
                    <a:pt x="2043" y="197886"/>
                    <a:pt x="63" y="136803"/>
                  </a:cubicBezTo>
                  <a:lnTo>
                    <a:pt x="0" y="132688"/>
                  </a:lnTo>
                  <a:lnTo>
                    <a:pt x="63" y="128574"/>
                  </a:lnTo>
                  <a:cubicBezTo>
                    <a:pt x="1510" y="83958"/>
                    <a:pt x="26274" y="43379"/>
                    <a:pt x="65289" y="21689"/>
                  </a:cubicBezTo>
                  <a:cubicBezTo>
                    <a:pt x="104304" y="0"/>
                    <a:pt x="151842" y="386"/>
                    <a:pt x="190500" y="22707"/>
                  </a:cubicBezTo>
                  <a:close/>
                  <a:moveTo>
                    <a:pt x="174078" y="98310"/>
                  </a:moveTo>
                  <a:cubicBezTo>
                    <a:pt x="169554" y="93786"/>
                    <a:pt x="162370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6"/>
                    <a:pt x="74948" y="135418"/>
                    <a:pt x="78867" y="140474"/>
                  </a:cubicBezTo>
                  <a:lnTo>
                    <a:pt x="79921" y="141667"/>
                  </a:lnTo>
                  <a:lnTo>
                    <a:pt x="105321" y="167067"/>
                  </a:lnTo>
                  <a:lnTo>
                    <a:pt x="106515" y="168121"/>
                  </a:lnTo>
                  <a:cubicBezTo>
                    <a:pt x="111096" y="171676"/>
                    <a:pt x="117503" y="171676"/>
                    <a:pt x="122085" y="168121"/>
                  </a:cubicBezTo>
                  <a:lnTo>
                    <a:pt x="123279" y="167067"/>
                  </a:lnTo>
                  <a:lnTo>
                    <a:pt x="174078" y="116267"/>
                  </a:lnTo>
                  <a:lnTo>
                    <a:pt x="175133" y="115074"/>
                  </a:lnTo>
                  <a:cubicBezTo>
                    <a:pt x="179054" y="110018"/>
                    <a:pt x="178603" y="102834"/>
                    <a:pt x="174078" y="983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627188" y="4734719"/>
              <a:ext cx="256382" cy="188913"/>
              <a:chOff x="1627188" y="4734719"/>
              <a:chExt cx="256382" cy="1889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802607" y="4769838"/>
                <a:ext cx="80963" cy="11911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111">
                    <a:moveTo>
                      <a:pt x="69048" y="302"/>
                    </a:moveTo>
                    <a:cubicBezTo>
                      <a:pt x="66434" y="0"/>
                      <a:pt x="63788" y="469"/>
                      <a:pt x="61437" y="1651"/>
                    </a:cubicBezTo>
                    <a:lnTo>
                      <a:pt x="0" y="32350"/>
                    </a:lnTo>
                    <a:lnTo>
                      <a:pt x="0" y="86325"/>
                    </a:lnTo>
                    <a:lnTo>
                      <a:pt x="61437" y="117023"/>
                    </a:lnTo>
                    <a:cubicBezTo>
                      <a:pt x="65615" y="119111"/>
                      <a:pt x="70575" y="118890"/>
                      <a:pt x="74550" y="116439"/>
                    </a:cubicBezTo>
                    <a:cubicBezTo>
                      <a:pt x="78525" y="113989"/>
                      <a:pt x="80951" y="109657"/>
                      <a:pt x="80963" y="104987"/>
                    </a:cubicBezTo>
                    <a:lnTo>
                      <a:pt x="80963" y="13688"/>
                    </a:lnTo>
                    <a:cubicBezTo>
                      <a:pt x="80955" y="6852"/>
                      <a:pt x="75837" y="1102"/>
                      <a:pt x="69048" y="3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627188" y="4734719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40481" y="0"/>
                    </a:moveTo>
                    <a:cubicBezTo>
                      <a:pt x="18284" y="0"/>
                      <a:pt x="0" y="18284"/>
                      <a:pt x="0" y="40481"/>
                    </a:cubicBezTo>
                    <a:lnTo>
                      <a:pt x="0" y="148432"/>
                    </a:lnTo>
                    <a:cubicBezTo>
                      <a:pt x="0" y="170629"/>
                      <a:pt x="18284" y="188913"/>
                      <a:pt x="40481" y="188913"/>
                    </a:cubicBezTo>
                    <a:lnTo>
                      <a:pt x="148432" y="188913"/>
                    </a:lnTo>
                    <a:cubicBezTo>
                      <a:pt x="170629" y="188913"/>
                      <a:pt x="188913" y="170629"/>
                      <a:pt x="188913" y="148432"/>
                    </a:cubicBezTo>
                    <a:lnTo>
                      <a:pt x="188913" y="40481"/>
                    </a:lnTo>
                    <a:cubicBezTo>
                      <a:pt x="188913" y="18284"/>
                      <a:pt x="170629" y="0"/>
                      <a:pt x="1484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2047494" y="4723448"/>
              <a:ext cx="136736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영상을 보다가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038600" y="4838700"/>
              <a:ext cx="40005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00194" y="4723448"/>
              <a:ext cx="136736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흥미를 느끼고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724650" y="4838700"/>
              <a:ext cx="40005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86244" y="4723448"/>
              <a:ext cx="43281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구매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30 / 41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89371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TikTok Shop : 콘텐츠가 매장이 되는 구조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4256" y="1951038"/>
            <a:ext cx="4320350" cy="1458510"/>
            <a:chOff x="524256" y="1951038"/>
            <a:chExt cx="4320350" cy="1458510"/>
          </a:xfrm>
        </p:grpSpPr>
        <p:sp>
          <p:nvSpPr>
            <p:cNvPr id="8" name="Freeform 8"/>
            <p:cNvSpPr/>
            <p:nvPr/>
          </p:nvSpPr>
          <p:spPr>
            <a:xfrm>
              <a:off x="586764" y="1951038"/>
              <a:ext cx="217122" cy="274882"/>
            </a:xfrm>
            <a:custGeom>
              <a:avLst/>
              <a:gdLst/>
              <a:ahLst/>
              <a:cxnLst/>
              <a:rect l="l" t="t" r="r" b="b"/>
              <a:pathLst>
                <a:path w="217122" h="274882">
                  <a:moveTo>
                    <a:pt x="122055" y="0"/>
                  </a:moveTo>
                  <a:lnTo>
                    <a:pt x="122298" y="13"/>
                  </a:lnTo>
                  <a:lnTo>
                    <a:pt x="122514" y="27"/>
                  </a:lnTo>
                  <a:lnTo>
                    <a:pt x="123634" y="94"/>
                  </a:lnTo>
                  <a:lnTo>
                    <a:pt x="123782" y="121"/>
                  </a:lnTo>
                  <a:lnTo>
                    <a:pt x="123931" y="121"/>
                  </a:lnTo>
                  <a:lnTo>
                    <a:pt x="124443" y="243"/>
                  </a:lnTo>
                  <a:lnTo>
                    <a:pt x="125145" y="351"/>
                  </a:lnTo>
                  <a:lnTo>
                    <a:pt x="125361" y="432"/>
                  </a:lnTo>
                  <a:lnTo>
                    <a:pt x="125509" y="445"/>
                  </a:lnTo>
                  <a:lnTo>
                    <a:pt x="125901" y="594"/>
                  </a:lnTo>
                  <a:lnTo>
                    <a:pt x="126602" y="783"/>
                  </a:lnTo>
                  <a:lnTo>
                    <a:pt x="126859" y="904"/>
                  </a:lnTo>
                  <a:lnTo>
                    <a:pt x="127061" y="958"/>
                  </a:lnTo>
                  <a:lnTo>
                    <a:pt x="127439" y="1147"/>
                  </a:lnTo>
                  <a:lnTo>
                    <a:pt x="127979" y="1376"/>
                  </a:lnTo>
                  <a:lnTo>
                    <a:pt x="128262" y="1538"/>
                  </a:lnTo>
                  <a:lnTo>
                    <a:pt x="128559" y="1673"/>
                  </a:lnTo>
                  <a:lnTo>
                    <a:pt x="128869" y="1876"/>
                  </a:lnTo>
                  <a:lnTo>
                    <a:pt x="129288" y="2105"/>
                  </a:lnTo>
                  <a:lnTo>
                    <a:pt x="129746" y="2429"/>
                  </a:lnTo>
                  <a:lnTo>
                    <a:pt x="129989" y="2577"/>
                  </a:lnTo>
                  <a:lnTo>
                    <a:pt x="130165" y="2739"/>
                  </a:lnTo>
                  <a:lnTo>
                    <a:pt x="130489" y="2969"/>
                  </a:lnTo>
                  <a:lnTo>
                    <a:pt x="131001" y="3427"/>
                  </a:lnTo>
                  <a:lnTo>
                    <a:pt x="131298" y="3657"/>
                  </a:lnTo>
                  <a:lnTo>
                    <a:pt x="131406" y="3792"/>
                  </a:lnTo>
                  <a:lnTo>
                    <a:pt x="131595" y="3954"/>
                  </a:lnTo>
                  <a:lnTo>
                    <a:pt x="132081" y="4507"/>
                  </a:lnTo>
                  <a:lnTo>
                    <a:pt x="132432" y="4871"/>
                  </a:lnTo>
                  <a:lnTo>
                    <a:pt x="132513" y="4993"/>
                  </a:lnTo>
                  <a:cubicBezTo>
                    <a:pt x="134132" y="6976"/>
                    <a:pt x="135157" y="9338"/>
                    <a:pt x="135454" y="11915"/>
                  </a:cubicBezTo>
                  <a:lnTo>
                    <a:pt x="135468" y="12077"/>
                  </a:lnTo>
                  <a:lnTo>
                    <a:pt x="135495" y="12630"/>
                  </a:lnTo>
                  <a:lnTo>
                    <a:pt x="135549" y="13494"/>
                  </a:lnTo>
                  <a:lnTo>
                    <a:pt x="135549" y="94456"/>
                  </a:lnTo>
                  <a:lnTo>
                    <a:pt x="203018" y="94456"/>
                  </a:lnTo>
                  <a:cubicBezTo>
                    <a:pt x="207831" y="94455"/>
                    <a:pt x="212280" y="97018"/>
                    <a:pt x="214694" y="101182"/>
                  </a:cubicBezTo>
                  <a:cubicBezTo>
                    <a:pt x="217109" y="105346"/>
                    <a:pt x="217122" y="110480"/>
                    <a:pt x="214730" y="114657"/>
                  </a:cubicBezTo>
                  <a:lnTo>
                    <a:pt x="213921" y="115885"/>
                  </a:lnTo>
                  <a:lnTo>
                    <a:pt x="105970" y="264316"/>
                  </a:lnTo>
                  <a:cubicBezTo>
                    <a:pt x="98306" y="274882"/>
                    <a:pt x="81574" y="269444"/>
                    <a:pt x="81574" y="256382"/>
                  </a:cubicBezTo>
                  <a:lnTo>
                    <a:pt x="81574" y="175419"/>
                  </a:lnTo>
                  <a:lnTo>
                    <a:pt x="14105" y="175419"/>
                  </a:lnTo>
                  <a:cubicBezTo>
                    <a:pt x="9292" y="175420"/>
                    <a:pt x="4842" y="172858"/>
                    <a:pt x="2428" y="168694"/>
                  </a:cubicBezTo>
                  <a:cubicBezTo>
                    <a:pt x="14" y="164530"/>
                    <a:pt x="0" y="159396"/>
                    <a:pt x="2392" y="155219"/>
                  </a:cubicBezTo>
                  <a:lnTo>
                    <a:pt x="3202" y="153991"/>
                  </a:lnTo>
                  <a:lnTo>
                    <a:pt x="111152" y="5559"/>
                  </a:lnTo>
                  <a:lnTo>
                    <a:pt x="111287" y="5384"/>
                  </a:lnTo>
                  <a:lnTo>
                    <a:pt x="111530" y="5060"/>
                  </a:lnTo>
                  <a:lnTo>
                    <a:pt x="111975" y="4547"/>
                  </a:lnTo>
                  <a:lnTo>
                    <a:pt x="112218" y="4251"/>
                  </a:lnTo>
                  <a:lnTo>
                    <a:pt x="112339" y="4143"/>
                  </a:lnTo>
                  <a:lnTo>
                    <a:pt x="112515" y="3954"/>
                  </a:lnTo>
                  <a:lnTo>
                    <a:pt x="113055" y="3468"/>
                  </a:lnTo>
                  <a:lnTo>
                    <a:pt x="113432" y="3117"/>
                  </a:lnTo>
                  <a:lnTo>
                    <a:pt x="113540" y="3036"/>
                  </a:lnTo>
                  <a:cubicBezTo>
                    <a:pt x="115122" y="1742"/>
                    <a:pt x="116977" y="824"/>
                    <a:pt x="118965" y="351"/>
                  </a:cubicBezTo>
                  <a:lnTo>
                    <a:pt x="119113" y="337"/>
                  </a:lnTo>
                  <a:lnTo>
                    <a:pt x="119478" y="270"/>
                  </a:lnTo>
                  <a:lnTo>
                    <a:pt x="120476" y="94"/>
                  </a:lnTo>
                  <a:lnTo>
                    <a:pt x="120625" y="81"/>
                  </a:lnTo>
                  <a:lnTo>
                    <a:pt x="121178" y="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9932" y="1964055"/>
              <a:ext cx="2322624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TikTok Shop의 특징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2491740"/>
              <a:ext cx="43203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TikTok Shop에서는 상품페이지보다 처음 3초의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256" y="2815590"/>
              <a:ext cx="24365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관심 유도가 중요할 수 있음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3155632"/>
              <a:ext cx="29719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i="1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이제 콘텐츠는 광고가 아니라 매장임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" y="3657600"/>
            <a:ext cx="8686800" cy="2914650"/>
            <a:chOff x="533400" y="3657600"/>
            <a:chExt cx="8686800" cy="2914650"/>
          </a:xfrm>
        </p:grpSpPr>
        <p:grpSp>
          <p:nvGrpSpPr>
            <p:cNvPr id="19" name="Group 19"/>
            <p:cNvGrpSpPr/>
            <p:nvPr/>
          </p:nvGrpSpPr>
          <p:grpSpPr>
            <a:xfrm>
              <a:off x="533400" y="3657600"/>
              <a:ext cx="4229100" cy="895350"/>
              <a:chOff x="533400" y="3657600"/>
              <a:chExt cx="4229100" cy="8953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33400" y="3657600"/>
                <a:ext cx="42291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806450" y="4025900"/>
                <a:ext cx="241300" cy="177800"/>
                <a:chOff x="806450" y="4025900"/>
                <a:chExt cx="241300" cy="1778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71550" y="4058953"/>
                  <a:ext cx="76200" cy="112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12104">
                      <a:moveTo>
                        <a:pt x="64986" y="284"/>
                      </a:moveTo>
                      <a:cubicBezTo>
                        <a:pt x="62525" y="0"/>
                        <a:pt x="60036" y="441"/>
                        <a:pt x="57823" y="1554"/>
                      </a:cubicBezTo>
                      <a:lnTo>
                        <a:pt x="0" y="30447"/>
                      </a:lnTo>
                      <a:lnTo>
                        <a:pt x="0" y="81246"/>
                      </a:lnTo>
                      <a:lnTo>
                        <a:pt x="57823" y="110139"/>
                      </a:lnTo>
                      <a:cubicBezTo>
                        <a:pt x="61755" y="112104"/>
                        <a:pt x="66423" y="111896"/>
                        <a:pt x="70164" y="109589"/>
                      </a:cubicBezTo>
                      <a:cubicBezTo>
                        <a:pt x="73906" y="107283"/>
                        <a:pt x="76189" y="103206"/>
                        <a:pt x="76200" y="98811"/>
                      </a:cubicBezTo>
                      <a:lnTo>
                        <a:pt x="76200" y="12883"/>
                      </a:lnTo>
                      <a:cubicBezTo>
                        <a:pt x="76193" y="6449"/>
                        <a:pt x="71375" y="1037"/>
                        <a:pt x="64986" y="2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06450" y="402590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38100" y="0"/>
                      </a:moveTo>
                      <a:cubicBezTo>
                        <a:pt x="17208" y="0"/>
                        <a:pt x="0" y="17208"/>
                        <a:pt x="0" y="38100"/>
                      </a:cubicBezTo>
                      <a:lnTo>
                        <a:pt x="0" y="139700"/>
                      </a:lnTo>
                      <a:cubicBezTo>
                        <a:pt x="0" y="160591"/>
                        <a:pt x="17208" y="177800"/>
                        <a:pt x="38100" y="177800"/>
                      </a:cubicBezTo>
                      <a:lnTo>
                        <a:pt x="139700" y="177800"/>
                      </a:lnTo>
                      <a:cubicBezTo>
                        <a:pt x="160591" y="177800"/>
                        <a:pt x="177800" y="160591"/>
                        <a:pt x="177800" y="139700"/>
                      </a:cubicBezTo>
                      <a:lnTo>
                        <a:pt x="177800" y="38100"/>
                      </a:lnTo>
                      <a:cubicBezTo>
                        <a:pt x="177800" y="17208"/>
                        <a:pt x="160591" y="0"/>
                        <a:pt x="1397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229106" y="3996690"/>
                <a:ext cx="13176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숏폼 영상 중심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991100" y="3657600"/>
              <a:ext cx="4229100" cy="895350"/>
              <a:chOff x="4991100" y="3657600"/>
              <a:chExt cx="4229100" cy="8953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991100" y="3657600"/>
                <a:ext cx="42291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5302250" y="3987800"/>
                <a:ext cx="177800" cy="254000"/>
                <a:chOff x="5302250" y="3987800"/>
                <a:chExt cx="177800" cy="2540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5327650" y="398780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63500" y="0"/>
                      </a:moveTo>
                      <a:cubicBezTo>
                        <a:pt x="98570" y="0"/>
                        <a:pt x="127000" y="28430"/>
                        <a:pt x="127000" y="63500"/>
                      </a:cubicBezTo>
                      <a:cubicBezTo>
                        <a:pt x="127000" y="98570"/>
                        <a:pt x="98570" y="127000"/>
                        <a:pt x="63500" y="127000"/>
                      </a:cubicBezTo>
                      <a:cubicBezTo>
                        <a:pt x="28430" y="127000"/>
                        <a:pt x="0" y="98570"/>
                        <a:pt x="0" y="63500"/>
                      </a:cubicBezTo>
                      <a:lnTo>
                        <a:pt x="63" y="60744"/>
                      </a:lnTo>
                      <a:cubicBezTo>
                        <a:pt x="1539" y="26779"/>
                        <a:pt x="29503" y="2"/>
                        <a:pt x="635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302250" y="4140200"/>
                  <a:ext cx="1778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1600">
                      <a:moveTo>
                        <a:pt x="114300" y="0"/>
                      </a:moveTo>
                      <a:cubicBezTo>
                        <a:pt x="149370" y="0"/>
                        <a:pt x="177800" y="28430"/>
                        <a:pt x="177800" y="63500"/>
                      </a:cubicBezTo>
                      <a:lnTo>
                        <a:pt x="177800" y="76200"/>
                      </a:lnTo>
                      <a:cubicBezTo>
                        <a:pt x="177800" y="90228"/>
                        <a:pt x="166428" y="101600"/>
                        <a:pt x="1524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lnTo>
                        <a:pt x="1143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5686806" y="3996690"/>
                <a:ext cx="16526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크리에이터 영향력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4667250"/>
              <a:ext cx="4229100" cy="895350"/>
              <a:chOff x="533400" y="4667250"/>
              <a:chExt cx="4229100" cy="8953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33400" y="4667250"/>
                <a:ext cx="42291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1275" y="4997450"/>
                <a:ext cx="204349" cy="258711"/>
              </a:xfrm>
              <a:custGeom>
                <a:avLst/>
                <a:gdLst/>
                <a:ahLst/>
                <a:cxnLst/>
                <a:rect l="l" t="t" r="r" b="b"/>
                <a:pathLst>
                  <a:path w="204349" h="258711">
                    <a:moveTo>
                      <a:pt x="114875" y="0"/>
                    </a:moveTo>
                    <a:lnTo>
                      <a:pt x="115103" y="13"/>
                    </a:lnTo>
                    <a:lnTo>
                      <a:pt x="115307" y="25"/>
                    </a:lnTo>
                    <a:lnTo>
                      <a:pt x="116361" y="89"/>
                    </a:lnTo>
                    <a:lnTo>
                      <a:pt x="116500" y="114"/>
                    </a:lnTo>
                    <a:lnTo>
                      <a:pt x="116640" y="114"/>
                    </a:lnTo>
                    <a:lnTo>
                      <a:pt x="117123" y="229"/>
                    </a:lnTo>
                    <a:lnTo>
                      <a:pt x="117783" y="330"/>
                    </a:lnTo>
                    <a:lnTo>
                      <a:pt x="117986" y="406"/>
                    </a:lnTo>
                    <a:lnTo>
                      <a:pt x="118126" y="419"/>
                    </a:lnTo>
                    <a:lnTo>
                      <a:pt x="118494" y="559"/>
                    </a:lnTo>
                    <a:lnTo>
                      <a:pt x="119155" y="737"/>
                    </a:lnTo>
                    <a:lnTo>
                      <a:pt x="119396" y="851"/>
                    </a:lnTo>
                    <a:lnTo>
                      <a:pt x="119586" y="902"/>
                    </a:lnTo>
                    <a:lnTo>
                      <a:pt x="119942" y="1079"/>
                    </a:lnTo>
                    <a:lnTo>
                      <a:pt x="120450" y="1295"/>
                    </a:lnTo>
                    <a:lnTo>
                      <a:pt x="120717" y="1448"/>
                    </a:lnTo>
                    <a:lnTo>
                      <a:pt x="120996" y="1575"/>
                    </a:lnTo>
                    <a:lnTo>
                      <a:pt x="121288" y="1765"/>
                    </a:lnTo>
                    <a:lnTo>
                      <a:pt x="121682" y="1981"/>
                    </a:lnTo>
                    <a:lnTo>
                      <a:pt x="122114" y="2286"/>
                    </a:lnTo>
                    <a:lnTo>
                      <a:pt x="122342" y="2426"/>
                    </a:lnTo>
                    <a:lnTo>
                      <a:pt x="122507" y="2578"/>
                    </a:lnTo>
                    <a:lnTo>
                      <a:pt x="122812" y="2794"/>
                    </a:lnTo>
                    <a:lnTo>
                      <a:pt x="123295" y="3226"/>
                    </a:lnTo>
                    <a:lnTo>
                      <a:pt x="123574" y="3442"/>
                    </a:lnTo>
                    <a:lnTo>
                      <a:pt x="123676" y="3569"/>
                    </a:lnTo>
                    <a:lnTo>
                      <a:pt x="123854" y="3721"/>
                    </a:lnTo>
                    <a:lnTo>
                      <a:pt x="124311" y="4242"/>
                    </a:lnTo>
                    <a:lnTo>
                      <a:pt x="124641" y="4585"/>
                    </a:lnTo>
                    <a:lnTo>
                      <a:pt x="124717" y="4699"/>
                    </a:lnTo>
                    <a:cubicBezTo>
                      <a:pt x="126241" y="6566"/>
                      <a:pt x="127206" y="8788"/>
                      <a:pt x="127486" y="11214"/>
                    </a:cubicBezTo>
                    <a:lnTo>
                      <a:pt x="127498" y="11366"/>
                    </a:lnTo>
                    <a:lnTo>
                      <a:pt x="127524" y="11887"/>
                    </a:lnTo>
                    <a:lnTo>
                      <a:pt x="127575" y="12700"/>
                    </a:lnTo>
                    <a:lnTo>
                      <a:pt x="127575" y="88900"/>
                    </a:lnTo>
                    <a:lnTo>
                      <a:pt x="191075" y="88900"/>
                    </a:lnTo>
                    <a:cubicBezTo>
                      <a:pt x="195605" y="88899"/>
                      <a:pt x="199792" y="91311"/>
                      <a:pt x="202064" y="95229"/>
                    </a:cubicBezTo>
                    <a:cubicBezTo>
                      <a:pt x="204337" y="99148"/>
                      <a:pt x="204349" y="103981"/>
                      <a:pt x="202098" y="107912"/>
                    </a:cubicBezTo>
                    <a:lnTo>
                      <a:pt x="201336" y="109067"/>
                    </a:lnTo>
                    <a:lnTo>
                      <a:pt x="99736" y="248767"/>
                    </a:lnTo>
                    <a:cubicBezTo>
                      <a:pt x="92523" y="258711"/>
                      <a:pt x="76775" y="253593"/>
                      <a:pt x="76775" y="241299"/>
                    </a:cubicBezTo>
                    <a:lnTo>
                      <a:pt x="76775" y="165100"/>
                    </a:lnTo>
                    <a:lnTo>
                      <a:pt x="13275" y="165100"/>
                    </a:lnTo>
                    <a:cubicBezTo>
                      <a:pt x="8745" y="165101"/>
                      <a:pt x="4557" y="162689"/>
                      <a:pt x="2285" y="158770"/>
                    </a:cubicBezTo>
                    <a:cubicBezTo>
                      <a:pt x="13" y="154851"/>
                      <a:pt x="0" y="150019"/>
                      <a:pt x="2251" y="146088"/>
                    </a:cubicBezTo>
                    <a:lnTo>
                      <a:pt x="3013" y="144932"/>
                    </a:lnTo>
                    <a:lnTo>
                      <a:pt x="104613" y="5232"/>
                    </a:lnTo>
                    <a:lnTo>
                      <a:pt x="104740" y="5067"/>
                    </a:lnTo>
                    <a:lnTo>
                      <a:pt x="104969" y="4762"/>
                    </a:lnTo>
                    <a:lnTo>
                      <a:pt x="105388" y="4280"/>
                    </a:lnTo>
                    <a:lnTo>
                      <a:pt x="105616" y="4000"/>
                    </a:lnTo>
                    <a:lnTo>
                      <a:pt x="105731" y="3899"/>
                    </a:lnTo>
                    <a:lnTo>
                      <a:pt x="105896" y="3721"/>
                    </a:lnTo>
                    <a:lnTo>
                      <a:pt x="106404" y="3264"/>
                    </a:lnTo>
                    <a:lnTo>
                      <a:pt x="106759" y="2934"/>
                    </a:lnTo>
                    <a:lnTo>
                      <a:pt x="106861" y="2857"/>
                    </a:lnTo>
                    <a:cubicBezTo>
                      <a:pt x="108349" y="1639"/>
                      <a:pt x="110095" y="775"/>
                      <a:pt x="111966" y="330"/>
                    </a:cubicBezTo>
                    <a:lnTo>
                      <a:pt x="112106" y="317"/>
                    </a:lnTo>
                    <a:lnTo>
                      <a:pt x="112449" y="254"/>
                    </a:lnTo>
                    <a:lnTo>
                      <a:pt x="113389" y="89"/>
                    </a:lnTo>
                    <a:lnTo>
                      <a:pt x="113529" y="76"/>
                    </a:lnTo>
                    <a:lnTo>
                      <a:pt x="114049" y="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29106" y="5006340"/>
                <a:ext cx="145392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충동구매 가능성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991100" y="4667250"/>
              <a:ext cx="4229100" cy="895350"/>
              <a:chOff x="4991100" y="4667250"/>
              <a:chExt cx="4229100" cy="8953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991100" y="4667250"/>
                <a:ext cx="42291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5271935" y="4997450"/>
                <a:ext cx="237997" cy="254011"/>
                <a:chOff x="5271935" y="4997450"/>
                <a:chExt cx="237997" cy="25401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5346293" y="5213349"/>
                  <a:ext cx="90030" cy="38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30" h="38112">
                      <a:moveTo>
                        <a:pt x="73241" y="0"/>
                      </a:moveTo>
                      <a:cubicBezTo>
                        <a:pt x="84226" y="0"/>
                        <a:pt x="90030" y="13005"/>
                        <a:pt x="82702" y="21184"/>
                      </a:cubicBezTo>
                      <a:cubicBezTo>
                        <a:pt x="73074" y="31958"/>
                        <a:pt x="59306" y="38112"/>
                        <a:pt x="44856" y="38100"/>
                      </a:cubicBezTo>
                      <a:cubicBezTo>
                        <a:pt x="30407" y="38112"/>
                        <a:pt x="16639" y="31958"/>
                        <a:pt x="7010" y="21184"/>
                      </a:cubicBezTo>
                      <a:cubicBezTo>
                        <a:pt x="0" y="13360"/>
                        <a:pt x="5004" y="1130"/>
                        <a:pt x="15062" y="89"/>
                      </a:cubicBezTo>
                      <a:lnTo>
                        <a:pt x="16459" y="13"/>
                      </a:lnTo>
                      <a:lnTo>
                        <a:pt x="73241" y="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271935" y="4997450"/>
                  <a:ext cx="237997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97" h="203199">
                      <a:moveTo>
                        <a:pt x="119215" y="0"/>
                      </a:moveTo>
                      <a:cubicBezTo>
                        <a:pt x="136461" y="0"/>
                        <a:pt x="151041" y="11468"/>
                        <a:pt x="155727" y="27191"/>
                      </a:cubicBezTo>
                      <a:lnTo>
                        <a:pt x="156311" y="29362"/>
                      </a:lnTo>
                      <a:lnTo>
                        <a:pt x="156413" y="29908"/>
                      </a:lnTo>
                      <a:cubicBezTo>
                        <a:pt x="184812" y="45930"/>
                        <a:pt x="203814" y="74589"/>
                        <a:pt x="207517" y="106985"/>
                      </a:cubicBezTo>
                      <a:lnTo>
                        <a:pt x="207873" y="110629"/>
                      </a:lnTo>
                      <a:lnTo>
                        <a:pt x="208114" y="114300"/>
                      </a:lnTo>
                      <a:lnTo>
                        <a:pt x="208114" y="151523"/>
                      </a:lnTo>
                      <a:lnTo>
                        <a:pt x="208381" y="153251"/>
                      </a:lnTo>
                      <a:cubicBezTo>
                        <a:pt x="210120" y="162608"/>
                        <a:pt x="215298" y="170976"/>
                        <a:pt x="222897" y="176707"/>
                      </a:cubicBezTo>
                      <a:lnTo>
                        <a:pt x="225018" y="178193"/>
                      </a:lnTo>
                      <a:lnTo>
                        <a:pt x="227075" y="179451"/>
                      </a:lnTo>
                      <a:cubicBezTo>
                        <a:pt x="237997" y="185635"/>
                        <a:pt x="234187" y="201879"/>
                        <a:pt x="222288" y="203123"/>
                      </a:cubicBezTo>
                      <a:lnTo>
                        <a:pt x="220814" y="203199"/>
                      </a:lnTo>
                      <a:lnTo>
                        <a:pt x="17615" y="203199"/>
                      </a:lnTo>
                      <a:cubicBezTo>
                        <a:pt x="4559" y="203199"/>
                        <a:pt x="0" y="185877"/>
                        <a:pt x="11354" y="179451"/>
                      </a:cubicBezTo>
                      <a:cubicBezTo>
                        <a:pt x="21149" y="173907"/>
                        <a:pt x="27992" y="164316"/>
                        <a:pt x="30048" y="153251"/>
                      </a:cubicBezTo>
                      <a:lnTo>
                        <a:pt x="30315" y="151434"/>
                      </a:lnTo>
                      <a:lnTo>
                        <a:pt x="30328" y="113716"/>
                      </a:lnTo>
                      <a:cubicBezTo>
                        <a:pt x="31900" y="80034"/>
                        <a:pt x="50080" y="49327"/>
                        <a:pt x="78854" y="31750"/>
                      </a:cubicBezTo>
                      <a:lnTo>
                        <a:pt x="82004" y="29896"/>
                      </a:lnTo>
                      <a:lnTo>
                        <a:pt x="82131" y="29350"/>
                      </a:lnTo>
                      <a:cubicBezTo>
                        <a:pt x="85810" y="13795"/>
                        <a:pt x="98799" y="2185"/>
                        <a:pt x="114668" y="267"/>
                      </a:cubicBezTo>
                      <a:lnTo>
                        <a:pt x="116979" y="51"/>
                      </a:lnTo>
                      <a:lnTo>
                        <a:pt x="11921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5686806" y="5006340"/>
                <a:ext cx="105637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실시간 반응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5676900"/>
              <a:ext cx="4229100" cy="895350"/>
              <a:chOff x="533400" y="5676900"/>
              <a:chExt cx="4229100" cy="8953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5676900"/>
                <a:ext cx="42291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06450" y="6019800"/>
                <a:ext cx="253999" cy="242554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42554">
                    <a:moveTo>
                      <a:pt x="203199" y="0"/>
                    </a:moveTo>
                    <a:cubicBezTo>
                      <a:pt x="231255" y="0"/>
                      <a:pt x="253999" y="22744"/>
                      <a:pt x="253999" y="50800"/>
                    </a:cubicBezTo>
                    <a:lnTo>
                      <a:pt x="253999" y="152400"/>
                    </a:lnTo>
                    <a:cubicBezTo>
                      <a:pt x="253999" y="180456"/>
                      <a:pt x="231255" y="203199"/>
                      <a:pt x="203199" y="203199"/>
                    </a:cubicBezTo>
                    <a:lnTo>
                      <a:pt x="170357" y="203199"/>
                    </a:lnTo>
                    <a:lnTo>
                      <a:pt x="135979" y="237578"/>
                    </a:lnTo>
                    <a:cubicBezTo>
                      <a:pt x="131454" y="242102"/>
                      <a:pt x="124270" y="242554"/>
                      <a:pt x="119215" y="238632"/>
                    </a:cubicBezTo>
                    <a:lnTo>
                      <a:pt x="118021" y="237578"/>
                    </a:lnTo>
                    <a:lnTo>
                      <a:pt x="83629" y="203199"/>
                    </a:lnTo>
                    <a:lnTo>
                      <a:pt x="50800" y="203199"/>
                    </a:lnTo>
                    <a:cubicBezTo>
                      <a:pt x="23731" y="203200"/>
                      <a:pt x="1417" y="181974"/>
                      <a:pt x="63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52400" y="114300"/>
                    </a:moveTo>
                    <a:lnTo>
                      <a:pt x="76200" y="114300"/>
                    </a:lnTo>
                    <a:cubicBezTo>
                      <a:pt x="69186" y="114300"/>
                      <a:pt x="63500" y="119986"/>
                      <a:pt x="63500" y="127000"/>
                    </a:cubicBezTo>
                    <a:cubicBezTo>
                      <a:pt x="63500" y="134014"/>
                      <a:pt x="69186" y="139700"/>
                      <a:pt x="76200" y="139700"/>
                    </a:cubicBezTo>
                    <a:lnTo>
                      <a:pt x="152400" y="139700"/>
                    </a:lnTo>
                    <a:cubicBezTo>
                      <a:pt x="159414" y="139700"/>
                      <a:pt x="165100" y="134014"/>
                      <a:pt x="165100" y="127000"/>
                    </a:cubicBezTo>
                    <a:cubicBezTo>
                      <a:pt x="165100" y="119986"/>
                      <a:pt x="159414" y="114300"/>
                      <a:pt x="152400" y="114300"/>
                    </a:cubicBezTo>
                    <a:moveTo>
                      <a:pt x="177800" y="63500"/>
                    </a:moveTo>
                    <a:lnTo>
                      <a:pt x="76200" y="63500"/>
                    </a:lnTo>
                    <a:cubicBezTo>
                      <a:pt x="69186" y="63500"/>
                      <a:pt x="63500" y="69186"/>
                      <a:pt x="63500" y="76200"/>
                    </a:cubicBezTo>
                    <a:cubicBezTo>
                      <a:pt x="63500" y="83214"/>
                      <a:pt x="69186" y="88900"/>
                      <a:pt x="76200" y="88900"/>
                    </a:cubicBezTo>
                    <a:lnTo>
                      <a:pt x="177800" y="88900"/>
                    </a:lnTo>
                    <a:cubicBezTo>
                      <a:pt x="184814" y="88900"/>
                      <a:pt x="190500" y="83214"/>
                      <a:pt x="190500" y="76200"/>
                    </a:cubicBezTo>
                    <a:cubicBezTo>
                      <a:pt x="190500" y="69186"/>
                      <a:pt x="184814" y="63500"/>
                      <a:pt x="177800" y="6350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29106" y="6015990"/>
                <a:ext cx="1715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댓글과 리뷰의 확산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991100" y="5676900"/>
              <a:ext cx="4229100" cy="895350"/>
              <a:chOff x="4991100" y="5676900"/>
              <a:chExt cx="4229100" cy="8953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4991100" y="5676900"/>
                <a:ext cx="42291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276850" y="6017637"/>
                <a:ext cx="231568" cy="235995"/>
              </a:xfrm>
              <a:custGeom>
                <a:avLst/>
                <a:gdLst/>
                <a:ahLst/>
                <a:cxnLst/>
                <a:rect l="l" t="t" r="r" b="b"/>
                <a:pathLst>
                  <a:path w="231568" h="235995">
                    <a:moveTo>
                      <a:pt x="196850" y="2163"/>
                    </a:moveTo>
                    <a:cubicBezTo>
                      <a:pt x="209615" y="2166"/>
                      <a:pt x="221136" y="9814"/>
                      <a:pt x="226096" y="21577"/>
                    </a:cubicBezTo>
                    <a:cubicBezTo>
                      <a:pt x="231055" y="33339"/>
                      <a:pt x="228489" y="46928"/>
                      <a:pt x="219580" y="56070"/>
                    </a:cubicBezTo>
                    <a:cubicBezTo>
                      <a:pt x="210672" y="65213"/>
                      <a:pt x="197154" y="68131"/>
                      <a:pt x="185267" y="63478"/>
                    </a:cubicBezTo>
                    <a:lnTo>
                      <a:pt x="127406" y="121326"/>
                    </a:lnTo>
                    <a:cubicBezTo>
                      <a:pt x="136918" y="135105"/>
                      <a:pt x="141139" y="151853"/>
                      <a:pt x="139293" y="168494"/>
                    </a:cubicBezTo>
                    <a:lnTo>
                      <a:pt x="172618" y="178489"/>
                    </a:lnTo>
                    <a:cubicBezTo>
                      <a:pt x="182340" y="167021"/>
                      <a:pt x="198772" y="163943"/>
                      <a:pt x="211985" y="171116"/>
                    </a:cubicBezTo>
                    <a:cubicBezTo>
                      <a:pt x="225198" y="178289"/>
                      <a:pt x="231568" y="193746"/>
                      <a:pt x="227247" y="208146"/>
                    </a:cubicBezTo>
                    <a:cubicBezTo>
                      <a:pt x="222925" y="222545"/>
                      <a:pt x="209097" y="231940"/>
                      <a:pt x="194118" y="230653"/>
                    </a:cubicBezTo>
                    <a:cubicBezTo>
                      <a:pt x="179139" y="229365"/>
                      <a:pt x="167116" y="217748"/>
                      <a:pt x="165315" y="202822"/>
                    </a:cubicBezTo>
                    <a:lnTo>
                      <a:pt x="132003" y="192814"/>
                    </a:lnTo>
                    <a:cubicBezTo>
                      <a:pt x="117522" y="221064"/>
                      <a:pt x="85812" y="235995"/>
                      <a:pt x="54811" y="229163"/>
                    </a:cubicBezTo>
                    <a:cubicBezTo>
                      <a:pt x="23810" y="222330"/>
                      <a:pt x="1315" y="195451"/>
                      <a:pt x="51" y="163732"/>
                    </a:cubicBezTo>
                    <a:lnTo>
                      <a:pt x="0" y="160912"/>
                    </a:lnTo>
                    <a:lnTo>
                      <a:pt x="51" y="158105"/>
                    </a:lnTo>
                    <a:cubicBezTo>
                      <a:pt x="1059" y="132937"/>
                      <a:pt x="15539" y="110261"/>
                      <a:pt x="37948" y="98758"/>
                    </a:cubicBezTo>
                    <a:lnTo>
                      <a:pt x="27940" y="65434"/>
                    </a:lnTo>
                    <a:cubicBezTo>
                      <a:pt x="12839" y="63621"/>
                      <a:pt x="1149" y="51345"/>
                      <a:pt x="76" y="36173"/>
                    </a:cubicBezTo>
                    <a:lnTo>
                      <a:pt x="0" y="33912"/>
                    </a:lnTo>
                    <a:lnTo>
                      <a:pt x="63" y="31830"/>
                    </a:lnTo>
                    <a:cubicBezTo>
                      <a:pt x="1009" y="17424"/>
                      <a:pt x="11554" y="5471"/>
                      <a:pt x="25729" y="2735"/>
                    </a:cubicBezTo>
                    <a:cubicBezTo>
                      <a:pt x="39904" y="0"/>
                      <a:pt x="54140" y="7172"/>
                      <a:pt x="60378" y="20190"/>
                    </a:cubicBezTo>
                    <a:cubicBezTo>
                      <a:pt x="66616" y="33209"/>
                      <a:pt x="63286" y="48798"/>
                      <a:pt x="52273" y="58131"/>
                    </a:cubicBezTo>
                    <a:lnTo>
                      <a:pt x="62268" y="91469"/>
                    </a:lnTo>
                    <a:cubicBezTo>
                      <a:pt x="78909" y="89623"/>
                      <a:pt x="95657" y="93844"/>
                      <a:pt x="109436" y="103356"/>
                    </a:cubicBezTo>
                    <a:lnTo>
                      <a:pt x="167284" y="45495"/>
                    </a:lnTo>
                    <a:cubicBezTo>
                      <a:pt x="166090" y="42457"/>
                      <a:pt x="165375" y="39252"/>
                      <a:pt x="165163" y="35995"/>
                    </a:cubicBezTo>
                    <a:lnTo>
                      <a:pt x="165100" y="33912"/>
                    </a:lnTo>
                    <a:lnTo>
                      <a:pt x="165163" y="31830"/>
                    </a:lnTo>
                    <a:cubicBezTo>
                      <a:pt x="166260" y="15137"/>
                      <a:pt x="180121" y="2160"/>
                      <a:pt x="196850" y="216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86806" y="6015990"/>
                <a:ext cx="16526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라이브커머스 연계</a:t>
                </a:r>
              </a:p>
            </p:txBody>
          </p:sp>
        </p:grpSp>
      </p:grpSp>
      <p:sp>
        <p:nvSpPr>
          <p:cNvPr id="45" name="TextBox 45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31 / 41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15177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ChatGPT형 쇼핑 : 대화형 상품 탐색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256" y="1977390"/>
            <a:ext cx="4486806" cy="600849"/>
            <a:chOff x="524256" y="1977390"/>
            <a:chExt cx="4486806" cy="600849"/>
          </a:xfrm>
        </p:grpSpPr>
        <p:sp>
          <p:nvSpPr>
            <p:cNvPr id="8" name="TextBox 8"/>
            <p:cNvSpPr txBox="1"/>
            <p:nvPr/>
          </p:nvSpPr>
          <p:spPr>
            <a:xfrm>
              <a:off x="524256" y="1977390"/>
              <a:ext cx="43617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쇼핑 에이전트는 고객이 원하는 조건을 말하면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2301240"/>
              <a:ext cx="448680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상품을 비교하고 추천하는 방식으로 발전하고 있음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2952750"/>
            <a:ext cx="8686800" cy="3448050"/>
            <a:chOff x="533400" y="2952750"/>
            <a:chExt cx="8686800" cy="3448050"/>
          </a:xfrm>
        </p:grpSpPr>
        <p:grpSp>
          <p:nvGrpSpPr>
            <p:cNvPr id="17" name="Group 17"/>
            <p:cNvGrpSpPr/>
            <p:nvPr/>
          </p:nvGrpSpPr>
          <p:grpSpPr>
            <a:xfrm>
              <a:off x="3009900" y="2952750"/>
              <a:ext cx="6210300" cy="933450"/>
              <a:chOff x="3009900" y="2952750"/>
              <a:chExt cx="6210300" cy="9334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009900" y="2952750"/>
                <a:ext cx="6210300" cy="933450"/>
              </a:xfrm>
              <a:prstGeom prst="roundRect">
                <a:avLst>
                  <a:gd name="adj" fmla="val 1836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3336131" y="3224212"/>
                <a:ext cx="166688" cy="238126"/>
                <a:chOff x="3336131" y="3224212"/>
                <a:chExt cx="166688" cy="238126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3359944" y="3224212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59531" y="0"/>
                      </a:moveTo>
                      <a:cubicBezTo>
                        <a:pt x="92409" y="0"/>
                        <a:pt x="119062" y="26653"/>
                        <a:pt x="119062" y="59531"/>
                      </a:cubicBezTo>
                      <a:cubicBezTo>
                        <a:pt x="119062" y="92409"/>
                        <a:pt x="92409" y="119062"/>
                        <a:pt x="59531" y="119062"/>
                      </a:cubicBezTo>
                      <a:cubicBezTo>
                        <a:pt x="26653" y="119062"/>
                        <a:pt x="0" y="92409"/>
                        <a:pt x="0" y="59531"/>
                      </a:cubicBezTo>
                      <a:lnTo>
                        <a:pt x="60" y="56948"/>
                      </a:lnTo>
                      <a:cubicBezTo>
                        <a:pt x="1443" y="25106"/>
                        <a:pt x="27659" y="2"/>
                        <a:pt x="595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3336131" y="3367088"/>
                  <a:ext cx="166688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0">
                      <a:moveTo>
                        <a:pt x="107156" y="0"/>
                      </a:moveTo>
                      <a:cubicBezTo>
                        <a:pt x="140034" y="0"/>
                        <a:pt x="166688" y="26653"/>
                        <a:pt x="166688" y="59531"/>
                      </a:cubicBezTo>
                      <a:lnTo>
                        <a:pt x="166688" y="71438"/>
                      </a:lnTo>
                      <a:cubicBezTo>
                        <a:pt x="166688" y="84589"/>
                        <a:pt x="156026" y="95250"/>
                        <a:pt x="142875" y="95250"/>
                      </a:cubicBezTo>
                      <a:lnTo>
                        <a:pt x="23812" y="95250"/>
                      </a:lnTo>
                      <a:cubicBezTo>
                        <a:pt x="10661" y="95250"/>
                        <a:pt x="0" y="84589"/>
                        <a:pt x="0" y="71438"/>
                      </a:cubicBezTo>
                      <a:lnTo>
                        <a:pt x="0" y="59531"/>
                      </a:lnTo>
                      <a:cubicBezTo>
                        <a:pt x="0" y="26653"/>
                        <a:pt x="26653" y="0"/>
                        <a:pt x="59531" y="0"/>
                      </a:cubicBezTo>
                      <a:lnTo>
                        <a:pt x="10715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3686556" y="3158490"/>
                <a:ext cx="37301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50달러 이하의 여행용 보조가방 추천해줘.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86556" y="3482340"/>
                <a:ext cx="216245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가볍고 방수되면 좋겠어.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33400" y="4076700"/>
              <a:ext cx="6667500" cy="857250"/>
              <a:chOff x="533400" y="4076700"/>
              <a:chExt cx="6667500" cy="857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4076700"/>
                <a:ext cx="6667500" cy="8572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21271" y="4358221"/>
                <a:ext cx="249758" cy="237057"/>
                <a:chOff x="821271" y="4358221"/>
                <a:chExt cx="249758" cy="237057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990600" y="4510620"/>
                  <a:ext cx="80429" cy="846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29" h="84658">
                      <a:moveTo>
                        <a:pt x="12700" y="55029"/>
                      </a:moveTo>
                      <a:cubicBezTo>
                        <a:pt x="5686" y="55029"/>
                        <a:pt x="0" y="49343"/>
                        <a:pt x="0" y="42329"/>
                      </a:cubicBezTo>
                      <a:cubicBezTo>
                        <a:pt x="0" y="35315"/>
                        <a:pt x="5686" y="29629"/>
                        <a:pt x="12700" y="29629"/>
                      </a:cubicBezTo>
                      <a:cubicBezTo>
                        <a:pt x="19714" y="29629"/>
                        <a:pt x="25400" y="23943"/>
                        <a:pt x="25400" y="16929"/>
                      </a:cubicBezTo>
                      <a:cubicBezTo>
                        <a:pt x="25400" y="0"/>
                        <a:pt x="50800" y="0"/>
                        <a:pt x="50800" y="16929"/>
                      </a:cubicBezTo>
                      <a:cubicBezTo>
                        <a:pt x="50800" y="23943"/>
                        <a:pt x="56486" y="29629"/>
                        <a:pt x="63500" y="29629"/>
                      </a:cubicBezTo>
                      <a:cubicBezTo>
                        <a:pt x="80429" y="29629"/>
                        <a:pt x="80429" y="55029"/>
                        <a:pt x="63500" y="55029"/>
                      </a:cubicBezTo>
                      <a:cubicBezTo>
                        <a:pt x="56486" y="55029"/>
                        <a:pt x="50800" y="60715"/>
                        <a:pt x="50800" y="67729"/>
                      </a:cubicBezTo>
                      <a:cubicBezTo>
                        <a:pt x="50800" y="84658"/>
                        <a:pt x="25400" y="84658"/>
                        <a:pt x="25400" y="67729"/>
                      </a:cubicBezTo>
                      <a:cubicBezTo>
                        <a:pt x="25400" y="60715"/>
                        <a:pt x="19714" y="55029"/>
                        <a:pt x="12700" y="55029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21271" y="4383621"/>
                  <a:ext cx="186258" cy="182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258" h="182029">
                      <a:moveTo>
                        <a:pt x="16929" y="80429"/>
                      </a:moveTo>
                      <a:cubicBezTo>
                        <a:pt x="51999" y="80429"/>
                        <a:pt x="80429" y="51999"/>
                        <a:pt x="80429" y="16929"/>
                      </a:cubicBezTo>
                      <a:cubicBezTo>
                        <a:pt x="80429" y="0"/>
                        <a:pt x="105829" y="0"/>
                        <a:pt x="105829" y="16929"/>
                      </a:cubicBezTo>
                      <a:cubicBezTo>
                        <a:pt x="105829" y="51999"/>
                        <a:pt x="134259" y="80429"/>
                        <a:pt x="169329" y="80429"/>
                      </a:cubicBezTo>
                      <a:cubicBezTo>
                        <a:pt x="186258" y="80429"/>
                        <a:pt x="186258" y="105829"/>
                        <a:pt x="169329" y="105829"/>
                      </a:cubicBezTo>
                      <a:cubicBezTo>
                        <a:pt x="134259" y="105829"/>
                        <a:pt x="105829" y="134259"/>
                        <a:pt x="105829" y="169329"/>
                      </a:cubicBezTo>
                      <a:cubicBezTo>
                        <a:pt x="105829" y="176343"/>
                        <a:pt x="100143" y="182029"/>
                        <a:pt x="93129" y="182029"/>
                      </a:cubicBezTo>
                      <a:cubicBezTo>
                        <a:pt x="86115" y="182029"/>
                        <a:pt x="80429" y="176343"/>
                        <a:pt x="80429" y="169329"/>
                      </a:cubicBezTo>
                      <a:cubicBezTo>
                        <a:pt x="80429" y="134259"/>
                        <a:pt x="51999" y="105829"/>
                        <a:pt x="16929" y="105829"/>
                      </a:cubicBezTo>
                      <a:cubicBezTo>
                        <a:pt x="0" y="105829"/>
                        <a:pt x="0" y="80429"/>
                        <a:pt x="16929" y="80429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90600" y="4358221"/>
                  <a:ext cx="80429" cy="846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29" h="84658">
                      <a:moveTo>
                        <a:pt x="12700" y="55029"/>
                      </a:moveTo>
                      <a:cubicBezTo>
                        <a:pt x="5686" y="55029"/>
                        <a:pt x="0" y="49343"/>
                        <a:pt x="0" y="42329"/>
                      </a:cubicBezTo>
                      <a:cubicBezTo>
                        <a:pt x="0" y="35315"/>
                        <a:pt x="5686" y="29629"/>
                        <a:pt x="12700" y="29629"/>
                      </a:cubicBezTo>
                      <a:cubicBezTo>
                        <a:pt x="19714" y="29629"/>
                        <a:pt x="25400" y="23943"/>
                        <a:pt x="25400" y="16929"/>
                      </a:cubicBezTo>
                      <a:cubicBezTo>
                        <a:pt x="25400" y="0"/>
                        <a:pt x="50800" y="0"/>
                        <a:pt x="50800" y="16929"/>
                      </a:cubicBezTo>
                      <a:cubicBezTo>
                        <a:pt x="50800" y="23943"/>
                        <a:pt x="56486" y="29629"/>
                        <a:pt x="63500" y="29629"/>
                      </a:cubicBezTo>
                      <a:cubicBezTo>
                        <a:pt x="80429" y="29629"/>
                        <a:pt x="80429" y="55029"/>
                        <a:pt x="63500" y="55029"/>
                      </a:cubicBezTo>
                      <a:cubicBezTo>
                        <a:pt x="56486" y="55029"/>
                        <a:pt x="50800" y="60715"/>
                        <a:pt x="50800" y="67729"/>
                      </a:cubicBezTo>
                      <a:cubicBezTo>
                        <a:pt x="50800" y="84658"/>
                        <a:pt x="25400" y="84658"/>
                        <a:pt x="25400" y="67729"/>
                      </a:cubicBezTo>
                      <a:cubicBezTo>
                        <a:pt x="25400" y="60715"/>
                        <a:pt x="19714" y="55029"/>
                        <a:pt x="12700" y="55029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229106" y="4396740"/>
                <a:ext cx="36019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AI는 여러 상품을 비교해 추천할 수 있음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238250" y="5143500"/>
              <a:ext cx="7277100" cy="1257300"/>
              <a:chOff x="1238250" y="5143500"/>
              <a:chExt cx="7277100" cy="12573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238250" y="5143500"/>
                <a:ext cx="2095500" cy="1257300"/>
              </a:xfrm>
              <a:prstGeom prst="roundRect">
                <a:avLst>
                  <a:gd name="adj" fmla="val 1060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3829050" y="5143500"/>
                <a:ext cx="2095500" cy="1257300"/>
              </a:xfrm>
              <a:prstGeom prst="roundRect">
                <a:avLst>
                  <a:gd name="adj" fmla="val 1060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19850" y="5143500"/>
                <a:ext cx="2095500" cy="1257300"/>
              </a:xfrm>
              <a:prstGeom prst="roundRect">
                <a:avLst>
                  <a:gd name="adj" fmla="val 1060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157412" y="5495925"/>
                <a:ext cx="257378" cy="288870"/>
              </a:xfrm>
              <a:custGeom>
                <a:avLst/>
                <a:gdLst/>
                <a:ahLst/>
                <a:cxnLst/>
                <a:rect l="l" t="t" r="r" b="b"/>
                <a:pathLst>
                  <a:path w="257378" h="288870">
                    <a:moveTo>
                      <a:pt x="42862" y="0"/>
                    </a:moveTo>
                    <a:cubicBezTo>
                      <a:pt x="50106" y="1"/>
                      <a:pt x="56203" y="5422"/>
                      <a:pt x="57050" y="12616"/>
                    </a:cubicBezTo>
                    <a:lnTo>
                      <a:pt x="57150" y="14288"/>
                    </a:lnTo>
                    <a:lnTo>
                      <a:pt x="57150" y="29547"/>
                    </a:lnTo>
                    <a:lnTo>
                      <a:pt x="243902" y="42905"/>
                    </a:lnTo>
                    <a:cubicBezTo>
                      <a:pt x="251528" y="43445"/>
                      <a:pt x="257378" y="49893"/>
                      <a:pt x="257175" y="57536"/>
                    </a:cubicBezTo>
                    <a:lnTo>
                      <a:pt x="257032" y="59165"/>
                    </a:lnTo>
                    <a:lnTo>
                      <a:pt x="242745" y="159177"/>
                    </a:lnTo>
                    <a:cubicBezTo>
                      <a:pt x="241830" y="165619"/>
                      <a:pt x="236679" y="170629"/>
                      <a:pt x="230214" y="171364"/>
                    </a:cubicBezTo>
                    <a:lnTo>
                      <a:pt x="228600" y="171450"/>
                    </a:lnTo>
                    <a:lnTo>
                      <a:pt x="57150" y="171450"/>
                    </a:lnTo>
                    <a:lnTo>
                      <a:pt x="57150" y="200025"/>
                    </a:lnTo>
                    <a:lnTo>
                      <a:pt x="200025" y="200025"/>
                    </a:lnTo>
                    <a:cubicBezTo>
                      <a:pt x="223370" y="200026"/>
                      <a:pt x="242421" y="218710"/>
                      <a:pt x="242877" y="242050"/>
                    </a:cubicBezTo>
                    <a:cubicBezTo>
                      <a:pt x="243333" y="265391"/>
                      <a:pt x="225026" y="284804"/>
                      <a:pt x="201699" y="285717"/>
                    </a:cubicBezTo>
                    <a:cubicBezTo>
                      <a:pt x="178371" y="286630"/>
                      <a:pt x="158604" y="268707"/>
                      <a:pt x="157234" y="245402"/>
                    </a:cubicBezTo>
                    <a:lnTo>
                      <a:pt x="157162" y="242888"/>
                    </a:lnTo>
                    <a:lnTo>
                      <a:pt x="157234" y="240373"/>
                    </a:lnTo>
                    <a:cubicBezTo>
                      <a:pt x="157477" y="236258"/>
                      <a:pt x="158291" y="232315"/>
                      <a:pt x="159606" y="228600"/>
                    </a:cubicBezTo>
                    <a:lnTo>
                      <a:pt x="83282" y="228600"/>
                    </a:lnTo>
                    <a:cubicBezTo>
                      <a:pt x="88851" y="244396"/>
                      <a:pt x="84709" y="261988"/>
                      <a:pt x="72678" y="273641"/>
                    </a:cubicBezTo>
                    <a:cubicBezTo>
                      <a:pt x="60647" y="285293"/>
                      <a:pt x="42931" y="288870"/>
                      <a:pt x="27321" y="282799"/>
                    </a:cubicBezTo>
                    <a:cubicBezTo>
                      <a:pt x="11712" y="276728"/>
                      <a:pt x="1068" y="262121"/>
                      <a:pt x="71" y="245402"/>
                    </a:cubicBezTo>
                    <a:lnTo>
                      <a:pt x="0" y="242888"/>
                    </a:lnTo>
                    <a:lnTo>
                      <a:pt x="71" y="240373"/>
                    </a:lnTo>
                    <a:cubicBezTo>
                      <a:pt x="1082" y="223151"/>
                      <a:pt x="12313" y="208211"/>
                      <a:pt x="28575" y="202454"/>
                    </a:cubicBezTo>
                    <a:lnTo>
                      <a:pt x="28575" y="28575"/>
                    </a:lnTo>
                    <a:lnTo>
                      <a:pt x="14288" y="28575"/>
                    </a:lnTo>
                    <a:cubicBezTo>
                      <a:pt x="7044" y="28574"/>
                      <a:pt x="947" y="23153"/>
                      <a:pt x="100" y="15959"/>
                    </a:cubicBezTo>
                    <a:lnTo>
                      <a:pt x="0" y="14288"/>
                    </a:ln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42862" y="0"/>
                    </a:lnTo>
                    <a:close/>
                    <a:moveTo>
                      <a:pt x="42862" y="228600"/>
                    </a:moveTo>
                    <a:cubicBezTo>
                      <a:pt x="34972" y="228600"/>
                      <a:pt x="28575" y="234997"/>
                      <a:pt x="28575" y="242888"/>
                    </a:cubicBezTo>
                    <a:cubicBezTo>
                      <a:pt x="28575" y="250778"/>
                      <a:pt x="34972" y="257175"/>
                      <a:pt x="42862" y="257175"/>
                    </a:cubicBezTo>
                    <a:cubicBezTo>
                      <a:pt x="50753" y="257175"/>
                      <a:pt x="57150" y="250778"/>
                      <a:pt x="57150" y="242888"/>
                    </a:cubicBezTo>
                    <a:cubicBezTo>
                      <a:pt x="57150" y="234997"/>
                      <a:pt x="50753" y="228600"/>
                      <a:pt x="42862" y="228600"/>
                    </a:cubicBezTo>
                    <a:moveTo>
                      <a:pt x="200025" y="228600"/>
                    </a:moveTo>
                    <a:cubicBezTo>
                      <a:pt x="192134" y="228600"/>
                      <a:pt x="185738" y="234997"/>
                      <a:pt x="185738" y="242888"/>
                    </a:cubicBezTo>
                    <a:cubicBezTo>
                      <a:pt x="185738" y="250778"/>
                      <a:pt x="192134" y="257175"/>
                      <a:pt x="200025" y="257175"/>
                    </a:cubicBezTo>
                    <a:cubicBezTo>
                      <a:pt x="207916" y="257175"/>
                      <a:pt x="214312" y="250778"/>
                      <a:pt x="214312" y="242888"/>
                    </a:cubicBezTo>
                    <a:cubicBezTo>
                      <a:pt x="214312" y="234997"/>
                      <a:pt x="207916" y="228600"/>
                      <a:pt x="200025" y="228600"/>
                    </a:cubicBezTo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48212" y="5495925"/>
                <a:ext cx="257378" cy="288870"/>
              </a:xfrm>
              <a:custGeom>
                <a:avLst/>
                <a:gdLst/>
                <a:ahLst/>
                <a:cxnLst/>
                <a:rect l="l" t="t" r="r" b="b"/>
                <a:pathLst>
                  <a:path w="257378" h="288870">
                    <a:moveTo>
                      <a:pt x="42862" y="0"/>
                    </a:moveTo>
                    <a:cubicBezTo>
                      <a:pt x="50106" y="1"/>
                      <a:pt x="56203" y="5422"/>
                      <a:pt x="57050" y="12616"/>
                    </a:cubicBezTo>
                    <a:lnTo>
                      <a:pt x="57150" y="14288"/>
                    </a:lnTo>
                    <a:lnTo>
                      <a:pt x="57150" y="29547"/>
                    </a:lnTo>
                    <a:lnTo>
                      <a:pt x="243902" y="42905"/>
                    </a:lnTo>
                    <a:cubicBezTo>
                      <a:pt x="251528" y="43445"/>
                      <a:pt x="257378" y="49893"/>
                      <a:pt x="257175" y="57536"/>
                    </a:cubicBezTo>
                    <a:lnTo>
                      <a:pt x="257032" y="59165"/>
                    </a:lnTo>
                    <a:lnTo>
                      <a:pt x="242745" y="159177"/>
                    </a:lnTo>
                    <a:cubicBezTo>
                      <a:pt x="241830" y="165619"/>
                      <a:pt x="236679" y="170629"/>
                      <a:pt x="230214" y="171364"/>
                    </a:cubicBezTo>
                    <a:lnTo>
                      <a:pt x="228600" y="171450"/>
                    </a:lnTo>
                    <a:lnTo>
                      <a:pt x="57150" y="171450"/>
                    </a:lnTo>
                    <a:lnTo>
                      <a:pt x="57150" y="200025"/>
                    </a:lnTo>
                    <a:lnTo>
                      <a:pt x="200025" y="200025"/>
                    </a:lnTo>
                    <a:cubicBezTo>
                      <a:pt x="223370" y="200026"/>
                      <a:pt x="242421" y="218710"/>
                      <a:pt x="242877" y="242050"/>
                    </a:cubicBezTo>
                    <a:cubicBezTo>
                      <a:pt x="243333" y="265391"/>
                      <a:pt x="225026" y="284804"/>
                      <a:pt x="201699" y="285717"/>
                    </a:cubicBezTo>
                    <a:cubicBezTo>
                      <a:pt x="178371" y="286630"/>
                      <a:pt x="158604" y="268707"/>
                      <a:pt x="157234" y="245402"/>
                    </a:cubicBezTo>
                    <a:lnTo>
                      <a:pt x="157162" y="242888"/>
                    </a:lnTo>
                    <a:lnTo>
                      <a:pt x="157234" y="240373"/>
                    </a:lnTo>
                    <a:cubicBezTo>
                      <a:pt x="157477" y="236258"/>
                      <a:pt x="158291" y="232315"/>
                      <a:pt x="159606" y="228600"/>
                    </a:cubicBezTo>
                    <a:lnTo>
                      <a:pt x="83282" y="228600"/>
                    </a:lnTo>
                    <a:cubicBezTo>
                      <a:pt x="88851" y="244396"/>
                      <a:pt x="84709" y="261988"/>
                      <a:pt x="72678" y="273641"/>
                    </a:cubicBezTo>
                    <a:cubicBezTo>
                      <a:pt x="60647" y="285293"/>
                      <a:pt x="42931" y="288870"/>
                      <a:pt x="27321" y="282799"/>
                    </a:cubicBezTo>
                    <a:cubicBezTo>
                      <a:pt x="11712" y="276728"/>
                      <a:pt x="1068" y="262121"/>
                      <a:pt x="71" y="245402"/>
                    </a:cubicBezTo>
                    <a:lnTo>
                      <a:pt x="0" y="242888"/>
                    </a:lnTo>
                    <a:lnTo>
                      <a:pt x="71" y="240373"/>
                    </a:lnTo>
                    <a:cubicBezTo>
                      <a:pt x="1082" y="223151"/>
                      <a:pt x="12313" y="208211"/>
                      <a:pt x="28575" y="202454"/>
                    </a:cubicBezTo>
                    <a:lnTo>
                      <a:pt x="28575" y="28575"/>
                    </a:lnTo>
                    <a:lnTo>
                      <a:pt x="14288" y="28575"/>
                    </a:lnTo>
                    <a:cubicBezTo>
                      <a:pt x="7044" y="28574"/>
                      <a:pt x="947" y="23153"/>
                      <a:pt x="100" y="15959"/>
                    </a:cubicBezTo>
                    <a:lnTo>
                      <a:pt x="0" y="14288"/>
                    </a:ln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42862" y="0"/>
                    </a:lnTo>
                    <a:close/>
                    <a:moveTo>
                      <a:pt x="42862" y="228600"/>
                    </a:moveTo>
                    <a:cubicBezTo>
                      <a:pt x="34972" y="228600"/>
                      <a:pt x="28575" y="234997"/>
                      <a:pt x="28575" y="242888"/>
                    </a:cubicBezTo>
                    <a:cubicBezTo>
                      <a:pt x="28575" y="250778"/>
                      <a:pt x="34972" y="257175"/>
                      <a:pt x="42862" y="257175"/>
                    </a:cubicBezTo>
                    <a:cubicBezTo>
                      <a:pt x="50753" y="257175"/>
                      <a:pt x="57150" y="250778"/>
                      <a:pt x="57150" y="242888"/>
                    </a:cubicBezTo>
                    <a:cubicBezTo>
                      <a:pt x="57150" y="234997"/>
                      <a:pt x="50753" y="228600"/>
                      <a:pt x="42862" y="228600"/>
                    </a:cubicBezTo>
                    <a:moveTo>
                      <a:pt x="200025" y="228600"/>
                    </a:moveTo>
                    <a:cubicBezTo>
                      <a:pt x="192134" y="228600"/>
                      <a:pt x="185738" y="234997"/>
                      <a:pt x="185738" y="242888"/>
                    </a:cubicBezTo>
                    <a:cubicBezTo>
                      <a:pt x="185738" y="250778"/>
                      <a:pt x="192134" y="257175"/>
                      <a:pt x="200025" y="257175"/>
                    </a:cubicBezTo>
                    <a:cubicBezTo>
                      <a:pt x="207916" y="257175"/>
                      <a:pt x="214312" y="250778"/>
                      <a:pt x="214312" y="242888"/>
                    </a:cubicBezTo>
                    <a:cubicBezTo>
                      <a:pt x="214312" y="234997"/>
                      <a:pt x="207916" y="228600"/>
                      <a:pt x="200025" y="228600"/>
                    </a:cubicBezTo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39012" y="5495925"/>
                <a:ext cx="257378" cy="288870"/>
              </a:xfrm>
              <a:custGeom>
                <a:avLst/>
                <a:gdLst/>
                <a:ahLst/>
                <a:cxnLst/>
                <a:rect l="l" t="t" r="r" b="b"/>
                <a:pathLst>
                  <a:path w="257378" h="288870">
                    <a:moveTo>
                      <a:pt x="42862" y="0"/>
                    </a:moveTo>
                    <a:cubicBezTo>
                      <a:pt x="50106" y="1"/>
                      <a:pt x="56203" y="5422"/>
                      <a:pt x="57050" y="12616"/>
                    </a:cubicBezTo>
                    <a:lnTo>
                      <a:pt x="57150" y="14288"/>
                    </a:lnTo>
                    <a:lnTo>
                      <a:pt x="57150" y="29547"/>
                    </a:lnTo>
                    <a:lnTo>
                      <a:pt x="243902" y="42905"/>
                    </a:lnTo>
                    <a:cubicBezTo>
                      <a:pt x="251528" y="43445"/>
                      <a:pt x="257378" y="49893"/>
                      <a:pt x="257175" y="57536"/>
                    </a:cubicBezTo>
                    <a:lnTo>
                      <a:pt x="257032" y="59165"/>
                    </a:lnTo>
                    <a:lnTo>
                      <a:pt x="242745" y="159177"/>
                    </a:lnTo>
                    <a:cubicBezTo>
                      <a:pt x="241830" y="165619"/>
                      <a:pt x="236679" y="170629"/>
                      <a:pt x="230214" y="171364"/>
                    </a:cubicBezTo>
                    <a:lnTo>
                      <a:pt x="228600" y="171450"/>
                    </a:lnTo>
                    <a:lnTo>
                      <a:pt x="57150" y="171450"/>
                    </a:lnTo>
                    <a:lnTo>
                      <a:pt x="57150" y="200025"/>
                    </a:lnTo>
                    <a:lnTo>
                      <a:pt x="200025" y="200025"/>
                    </a:lnTo>
                    <a:cubicBezTo>
                      <a:pt x="223370" y="200026"/>
                      <a:pt x="242421" y="218710"/>
                      <a:pt x="242877" y="242050"/>
                    </a:cubicBezTo>
                    <a:cubicBezTo>
                      <a:pt x="243333" y="265391"/>
                      <a:pt x="225026" y="284804"/>
                      <a:pt x="201699" y="285717"/>
                    </a:cubicBezTo>
                    <a:cubicBezTo>
                      <a:pt x="178371" y="286630"/>
                      <a:pt x="158604" y="268707"/>
                      <a:pt x="157234" y="245402"/>
                    </a:cubicBezTo>
                    <a:lnTo>
                      <a:pt x="157162" y="242888"/>
                    </a:lnTo>
                    <a:lnTo>
                      <a:pt x="157234" y="240373"/>
                    </a:lnTo>
                    <a:cubicBezTo>
                      <a:pt x="157477" y="236258"/>
                      <a:pt x="158291" y="232315"/>
                      <a:pt x="159606" y="228600"/>
                    </a:cubicBezTo>
                    <a:lnTo>
                      <a:pt x="83282" y="228600"/>
                    </a:lnTo>
                    <a:cubicBezTo>
                      <a:pt x="88851" y="244396"/>
                      <a:pt x="84709" y="261988"/>
                      <a:pt x="72678" y="273641"/>
                    </a:cubicBezTo>
                    <a:cubicBezTo>
                      <a:pt x="60647" y="285293"/>
                      <a:pt x="42931" y="288870"/>
                      <a:pt x="27321" y="282799"/>
                    </a:cubicBezTo>
                    <a:cubicBezTo>
                      <a:pt x="11712" y="276728"/>
                      <a:pt x="1068" y="262121"/>
                      <a:pt x="71" y="245402"/>
                    </a:cubicBezTo>
                    <a:lnTo>
                      <a:pt x="0" y="242888"/>
                    </a:lnTo>
                    <a:lnTo>
                      <a:pt x="71" y="240373"/>
                    </a:lnTo>
                    <a:cubicBezTo>
                      <a:pt x="1082" y="223151"/>
                      <a:pt x="12313" y="208211"/>
                      <a:pt x="28575" y="202454"/>
                    </a:cubicBezTo>
                    <a:lnTo>
                      <a:pt x="28575" y="28575"/>
                    </a:lnTo>
                    <a:lnTo>
                      <a:pt x="14288" y="28575"/>
                    </a:lnTo>
                    <a:cubicBezTo>
                      <a:pt x="7044" y="28574"/>
                      <a:pt x="947" y="23153"/>
                      <a:pt x="100" y="15959"/>
                    </a:cubicBezTo>
                    <a:lnTo>
                      <a:pt x="0" y="14288"/>
                    </a:ln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42862" y="0"/>
                    </a:lnTo>
                    <a:close/>
                    <a:moveTo>
                      <a:pt x="42862" y="228600"/>
                    </a:moveTo>
                    <a:cubicBezTo>
                      <a:pt x="34972" y="228600"/>
                      <a:pt x="28575" y="234997"/>
                      <a:pt x="28575" y="242888"/>
                    </a:cubicBezTo>
                    <a:cubicBezTo>
                      <a:pt x="28575" y="250778"/>
                      <a:pt x="34972" y="257175"/>
                      <a:pt x="42862" y="257175"/>
                    </a:cubicBezTo>
                    <a:cubicBezTo>
                      <a:pt x="50753" y="257175"/>
                      <a:pt x="57150" y="250778"/>
                      <a:pt x="57150" y="242888"/>
                    </a:cubicBezTo>
                    <a:cubicBezTo>
                      <a:pt x="57150" y="234997"/>
                      <a:pt x="50753" y="228600"/>
                      <a:pt x="42862" y="228600"/>
                    </a:cubicBezTo>
                    <a:moveTo>
                      <a:pt x="200025" y="228600"/>
                    </a:moveTo>
                    <a:cubicBezTo>
                      <a:pt x="192134" y="228600"/>
                      <a:pt x="185738" y="234997"/>
                      <a:pt x="185738" y="242888"/>
                    </a:cubicBezTo>
                    <a:cubicBezTo>
                      <a:pt x="185738" y="250778"/>
                      <a:pt x="192134" y="257175"/>
                      <a:pt x="200025" y="257175"/>
                    </a:cubicBezTo>
                    <a:cubicBezTo>
                      <a:pt x="207916" y="257175"/>
                      <a:pt x="214312" y="250778"/>
                      <a:pt x="214312" y="242888"/>
                    </a:cubicBezTo>
                    <a:cubicBezTo>
                      <a:pt x="214312" y="234997"/>
                      <a:pt x="207916" y="228600"/>
                      <a:pt x="200025" y="228600"/>
                    </a:cubicBezTo>
                  </a:path>
                </a:pathLst>
              </a:custGeom>
              <a:solidFill>
                <a:srgbClr val="5C564A"/>
              </a:solidFill>
              <a:ln>
                <a:noFill/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714500" y="60579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28575">
                <a:solidFill>
                  <a:srgbClr val="D8C4B8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4305300" y="60579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28575">
                <a:solidFill>
                  <a:srgbClr val="D8C4B8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6896100" y="60579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28575">
                <a:solidFill>
                  <a:srgbClr val="D8C4B8"/>
                </a:solidFill>
              </a:ln>
            </p:spPr>
          </p:sp>
        </p:grpSp>
      </p:grpSp>
      <p:sp>
        <p:nvSpPr>
          <p:cNvPr id="36" name="TextBox 36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32 / 41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415177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ChatGPT형 쇼핑 : 대화형 상품 탐색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24256" y="1945005"/>
            <a:ext cx="6189195" cy="1185684"/>
            <a:chOff x="524256" y="1945005"/>
            <a:chExt cx="6189195" cy="1185684"/>
          </a:xfrm>
        </p:grpSpPr>
        <p:grpSp>
          <p:nvGrpSpPr>
            <p:cNvPr id="14" name="Group 14"/>
            <p:cNvGrpSpPr/>
            <p:nvPr/>
          </p:nvGrpSpPr>
          <p:grpSpPr>
            <a:xfrm>
              <a:off x="565974" y="1950914"/>
              <a:ext cx="250796" cy="225276"/>
              <a:chOff x="565974" y="1950914"/>
              <a:chExt cx="250796" cy="2252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65974" y="1950914"/>
                <a:ext cx="83437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83437" h="63350">
                    <a:moveTo>
                      <a:pt x="78169" y="5268"/>
                    </a:moveTo>
                    <a:cubicBezTo>
                      <a:pt x="83437" y="10537"/>
                      <a:pt x="83437" y="19079"/>
                      <a:pt x="78169" y="24348"/>
                    </a:cubicBezTo>
                    <a:lnTo>
                      <a:pt x="44435" y="58082"/>
                    </a:lnTo>
                    <a:cubicBezTo>
                      <a:pt x="39165" y="63350"/>
                      <a:pt x="30624" y="63350"/>
                      <a:pt x="25354" y="58082"/>
                    </a:cubicBezTo>
                    <a:lnTo>
                      <a:pt x="5114" y="37842"/>
                    </a:lnTo>
                    <a:cubicBezTo>
                      <a:pt x="0" y="32547"/>
                      <a:pt x="73" y="24131"/>
                      <a:pt x="5278" y="18926"/>
                    </a:cubicBezTo>
                    <a:cubicBezTo>
                      <a:pt x="10483" y="13721"/>
                      <a:pt x="18899" y="13648"/>
                      <a:pt x="24194" y="18762"/>
                    </a:cubicBezTo>
                    <a:lnTo>
                      <a:pt x="34895" y="29462"/>
                    </a:lnTo>
                    <a:lnTo>
                      <a:pt x="59089" y="5268"/>
                    </a:lnTo>
                    <a:cubicBezTo>
                      <a:pt x="64358" y="0"/>
                      <a:pt x="72900" y="0"/>
                      <a:pt x="78169" y="526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65974" y="2031877"/>
                <a:ext cx="83437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83437" h="63350">
                    <a:moveTo>
                      <a:pt x="78169" y="5268"/>
                    </a:moveTo>
                    <a:cubicBezTo>
                      <a:pt x="83437" y="10537"/>
                      <a:pt x="83437" y="19079"/>
                      <a:pt x="78169" y="24348"/>
                    </a:cubicBezTo>
                    <a:lnTo>
                      <a:pt x="44435" y="58082"/>
                    </a:lnTo>
                    <a:cubicBezTo>
                      <a:pt x="39165" y="63350"/>
                      <a:pt x="30624" y="63350"/>
                      <a:pt x="25354" y="58082"/>
                    </a:cubicBezTo>
                    <a:lnTo>
                      <a:pt x="5114" y="37842"/>
                    </a:lnTo>
                    <a:cubicBezTo>
                      <a:pt x="0" y="32547"/>
                      <a:pt x="73" y="24131"/>
                      <a:pt x="5278" y="18926"/>
                    </a:cubicBezTo>
                    <a:cubicBezTo>
                      <a:pt x="10483" y="13721"/>
                      <a:pt x="18899" y="13648"/>
                      <a:pt x="24194" y="18762"/>
                    </a:cubicBezTo>
                    <a:lnTo>
                      <a:pt x="34895" y="29462"/>
                    </a:lnTo>
                    <a:lnTo>
                      <a:pt x="59089" y="5268"/>
                    </a:lnTo>
                    <a:cubicBezTo>
                      <a:pt x="64358" y="0"/>
                      <a:pt x="72900" y="0"/>
                      <a:pt x="78169" y="526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65974" y="2112840"/>
                <a:ext cx="83437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83437" h="63350">
                    <a:moveTo>
                      <a:pt x="78169" y="5268"/>
                    </a:moveTo>
                    <a:cubicBezTo>
                      <a:pt x="83437" y="10537"/>
                      <a:pt x="83437" y="19079"/>
                      <a:pt x="78169" y="24348"/>
                    </a:cubicBezTo>
                    <a:lnTo>
                      <a:pt x="44435" y="58082"/>
                    </a:lnTo>
                    <a:cubicBezTo>
                      <a:pt x="39165" y="63350"/>
                      <a:pt x="30624" y="63350"/>
                      <a:pt x="25354" y="58082"/>
                    </a:cubicBezTo>
                    <a:lnTo>
                      <a:pt x="5114" y="37842"/>
                    </a:lnTo>
                    <a:cubicBezTo>
                      <a:pt x="0" y="32547"/>
                      <a:pt x="73" y="24131"/>
                      <a:pt x="5278" y="18926"/>
                    </a:cubicBezTo>
                    <a:cubicBezTo>
                      <a:pt x="10483" y="13721"/>
                      <a:pt x="18899" y="13648"/>
                      <a:pt x="24194" y="18762"/>
                    </a:cubicBezTo>
                    <a:lnTo>
                      <a:pt x="34895" y="29462"/>
                    </a:lnTo>
                    <a:lnTo>
                      <a:pt x="59089" y="5268"/>
                    </a:lnTo>
                    <a:cubicBezTo>
                      <a:pt x="64358" y="0"/>
                      <a:pt x="72900" y="0"/>
                      <a:pt x="78169" y="526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68338" y="1972469"/>
                <a:ext cx="14843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26988">
                    <a:moveTo>
                      <a:pt x="148432" y="13494"/>
                    </a:moveTo>
                    <a:cubicBezTo>
                      <a:pt x="148432" y="20946"/>
                      <a:pt x="142390" y="26988"/>
                      <a:pt x="134938" y="26988"/>
                    </a:cubicBezTo>
                    <a:lnTo>
                      <a:pt x="13494" y="26988"/>
                    </a:lnTo>
                    <a:cubicBezTo>
                      <a:pt x="6041" y="26988"/>
                      <a:pt x="0" y="20946"/>
                      <a:pt x="0" y="13494"/>
                    </a:cubicBez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  <a:cubicBezTo>
                      <a:pt x="142390" y="0"/>
                      <a:pt x="148432" y="6041"/>
                      <a:pt x="148432" y="1349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68338" y="2053432"/>
                <a:ext cx="14843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26988">
                    <a:moveTo>
                      <a:pt x="148432" y="13494"/>
                    </a:moveTo>
                    <a:cubicBezTo>
                      <a:pt x="148432" y="20946"/>
                      <a:pt x="142390" y="26988"/>
                      <a:pt x="134938" y="26988"/>
                    </a:cubicBezTo>
                    <a:lnTo>
                      <a:pt x="13494" y="26988"/>
                    </a:lnTo>
                    <a:cubicBezTo>
                      <a:pt x="6041" y="26988"/>
                      <a:pt x="0" y="20946"/>
                      <a:pt x="0" y="13494"/>
                    </a:cubicBez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  <a:cubicBezTo>
                      <a:pt x="142390" y="0"/>
                      <a:pt x="148432" y="6041"/>
                      <a:pt x="148432" y="1349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68338" y="2134394"/>
                <a:ext cx="14843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26988">
                    <a:moveTo>
                      <a:pt x="148432" y="13494"/>
                    </a:moveTo>
                    <a:cubicBezTo>
                      <a:pt x="148432" y="20946"/>
                      <a:pt x="142390" y="26988"/>
                      <a:pt x="134938" y="26988"/>
                    </a:cubicBezTo>
                    <a:lnTo>
                      <a:pt x="13494" y="26988"/>
                    </a:lnTo>
                    <a:cubicBezTo>
                      <a:pt x="6041" y="26988"/>
                      <a:pt x="0" y="20946"/>
                      <a:pt x="0" y="13494"/>
                    </a:cubicBez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  <a:cubicBezTo>
                      <a:pt x="142390" y="0"/>
                      <a:pt x="148432" y="6041"/>
                      <a:pt x="148432" y="1349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979932" y="1945005"/>
              <a:ext cx="266098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 쇼핑 시대의 준비 요소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4256" y="2472690"/>
              <a:ext cx="57419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앞으로는 고객뿐 아니라 AI도 내 상품을 이해해야 하는 시대가 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256" y="2853690"/>
              <a:ext cx="61891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상품정보는 사람이 읽기 좋아야 하고, 동시에 AI가 해석하기 쉬워야 함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3581400"/>
            <a:ext cx="8686800" cy="2971800"/>
            <a:chOff x="533400" y="3581400"/>
            <a:chExt cx="8686800" cy="2971800"/>
          </a:xfrm>
        </p:grpSpPr>
        <p:grpSp>
          <p:nvGrpSpPr>
            <p:cNvPr id="24" name="Group 24"/>
            <p:cNvGrpSpPr/>
            <p:nvPr/>
          </p:nvGrpSpPr>
          <p:grpSpPr>
            <a:xfrm>
              <a:off x="533400" y="3581400"/>
              <a:ext cx="4229100" cy="914400"/>
              <a:chOff x="533400" y="3581400"/>
              <a:chExt cx="4229100" cy="914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35814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31849" y="3911600"/>
                <a:ext cx="203202" cy="254000"/>
                <a:chOff x="831849" y="3911600"/>
                <a:chExt cx="203202" cy="2540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31849" y="3911600"/>
                  <a:ext cx="203202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2" h="254000">
                      <a:moveTo>
                        <a:pt x="101601" y="0"/>
                      </a:moveTo>
                      <a:lnTo>
                        <a:pt x="103087" y="89"/>
                      </a:lnTo>
                      <a:cubicBezTo>
                        <a:pt x="108922" y="777"/>
                        <a:pt x="113524" y="5379"/>
                        <a:pt x="114212" y="11214"/>
                      </a:cubicBezTo>
                      <a:lnTo>
                        <a:pt x="114301" y="12700"/>
                      </a:lnTo>
                      <a:lnTo>
                        <a:pt x="114301" y="63500"/>
                      </a:lnTo>
                      <a:lnTo>
                        <a:pt x="114364" y="65405"/>
                      </a:lnTo>
                      <a:cubicBezTo>
                        <a:pt x="115303" y="77900"/>
                        <a:pt x="125215" y="87844"/>
                        <a:pt x="137707" y="88824"/>
                      </a:cubicBezTo>
                      <a:lnTo>
                        <a:pt x="139701" y="88900"/>
                      </a:lnTo>
                      <a:lnTo>
                        <a:pt x="190501" y="88900"/>
                      </a:lnTo>
                      <a:lnTo>
                        <a:pt x="191987" y="88989"/>
                      </a:lnTo>
                      <a:cubicBezTo>
                        <a:pt x="197822" y="89677"/>
                        <a:pt x="202424" y="94278"/>
                        <a:pt x="203112" y="100114"/>
                      </a:cubicBezTo>
                      <a:lnTo>
                        <a:pt x="203201" y="101600"/>
                      </a:lnTo>
                      <a:lnTo>
                        <a:pt x="203201" y="215899"/>
                      </a:lnTo>
                      <a:cubicBezTo>
                        <a:pt x="203202" y="236074"/>
                        <a:pt x="187476" y="252752"/>
                        <a:pt x="167336" y="253936"/>
                      </a:cubicBezTo>
                      <a:lnTo>
                        <a:pt x="165101" y="253999"/>
                      </a:lnTo>
                      <a:lnTo>
                        <a:pt x="38101" y="253999"/>
                      </a:lnTo>
                      <a:cubicBezTo>
                        <a:pt x="17926" y="254000"/>
                        <a:pt x="1248" y="238275"/>
                        <a:pt x="65" y="218135"/>
                      </a:cubicBezTo>
                      <a:lnTo>
                        <a:pt x="1" y="215899"/>
                      </a:lnTo>
                      <a:lnTo>
                        <a:pt x="1" y="38100"/>
                      </a:lnTo>
                      <a:cubicBezTo>
                        <a:pt x="0" y="17925"/>
                        <a:pt x="15726" y="1247"/>
                        <a:pt x="35866" y="63"/>
                      </a:cubicBezTo>
                      <a:lnTo>
                        <a:pt x="38101" y="0"/>
                      </a:lnTo>
                      <a:close/>
                      <a:moveTo>
                        <a:pt x="139701" y="177800"/>
                      </a:moveTo>
                      <a:lnTo>
                        <a:pt x="63501" y="177800"/>
                      </a:lnTo>
                      <a:cubicBezTo>
                        <a:pt x="56487" y="177800"/>
                        <a:pt x="50801" y="183486"/>
                        <a:pt x="50801" y="190500"/>
                      </a:cubicBezTo>
                      <a:cubicBezTo>
                        <a:pt x="50801" y="197514"/>
                        <a:pt x="56487" y="203199"/>
                        <a:pt x="63501" y="203199"/>
                      </a:cubicBezTo>
                      <a:lnTo>
                        <a:pt x="139701" y="203199"/>
                      </a:lnTo>
                      <a:cubicBezTo>
                        <a:pt x="146715" y="203199"/>
                        <a:pt x="152401" y="197514"/>
                        <a:pt x="152401" y="190500"/>
                      </a:cubicBezTo>
                      <a:cubicBezTo>
                        <a:pt x="152401" y="183486"/>
                        <a:pt x="146715" y="177800"/>
                        <a:pt x="139701" y="177800"/>
                      </a:cubicBezTo>
                      <a:moveTo>
                        <a:pt x="139701" y="127000"/>
                      </a:moveTo>
                      <a:lnTo>
                        <a:pt x="63501" y="127000"/>
                      </a:lnTo>
                      <a:cubicBezTo>
                        <a:pt x="56487" y="127000"/>
                        <a:pt x="50801" y="132686"/>
                        <a:pt x="50801" y="139700"/>
                      </a:cubicBezTo>
                      <a:cubicBezTo>
                        <a:pt x="50801" y="146714"/>
                        <a:pt x="56487" y="152400"/>
                        <a:pt x="63501" y="152400"/>
                      </a:cubicBezTo>
                      <a:lnTo>
                        <a:pt x="139701" y="152400"/>
                      </a:lnTo>
                      <a:cubicBezTo>
                        <a:pt x="146715" y="152400"/>
                        <a:pt x="152401" y="146714"/>
                        <a:pt x="152401" y="139700"/>
                      </a:cubicBezTo>
                      <a:cubicBezTo>
                        <a:pt x="152401" y="132686"/>
                        <a:pt x="146715" y="127000"/>
                        <a:pt x="139701" y="127000"/>
                      </a:cubicBezTo>
                      <a:moveTo>
                        <a:pt x="76201" y="76200"/>
                      </a:moveTo>
                      <a:lnTo>
                        <a:pt x="63501" y="76200"/>
                      </a:lnTo>
                      <a:cubicBezTo>
                        <a:pt x="56487" y="76200"/>
                        <a:pt x="50801" y="81886"/>
                        <a:pt x="50801" y="88900"/>
                      </a:cubicBezTo>
                      <a:cubicBezTo>
                        <a:pt x="50801" y="95914"/>
                        <a:pt x="56487" y="101600"/>
                        <a:pt x="63501" y="101600"/>
                      </a:cubicBezTo>
                      <a:lnTo>
                        <a:pt x="76201" y="101600"/>
                      </a:lnTo>
                      <a:cubicBezTo>
                        <a:pt x="83215" y="101600"/>
                        <a:pt x="88901" y="95914"/>
                        <a:pt x="88901" y="88900"/>
                      </a:cubicBezTo>
                      <a:cubicBezTo>
                        <a:pt x="88901" y="81886"/>
                        <a:pt x="83215" y="76200"/>
                        <a:pt x="76201" y="7620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71537" y="3924287"/>
                  <a:ext cx="50813" cy="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13" h="50813">
                      <a:moveTo>
                        <a:pt x="50813" y="50813"/>
                      </a:moveTo>
                      <a:lnTo>
                        <a:pt x="13" y="50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229106" y="3920490"/>
                <a:ext cx="16526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상품정보의 명확성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991100" y="3581400"/>
              <a:ext cx="4229100" cy="914400"/>
              <a:chOff x="4991100" y="3581400"/>
              <a:chExt cx="4229100" cy="9144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991100" y="35814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264150" y="3905911"/>
                <a:ext cx="267081" cy="267518"/>
              </a:xfrm>
              <a:custGeom>
                <a:avLst/>
                <a:gdLst/>
                <a:ahLst/>
                <a:cxnLst/>
                <a:rect l="l" t="t" r="r" b="b"/>
                <a:pathLst>
                  <a:path w="267081" h="267518">
                    <a:moveTo>
                      <a:pt x="190500" y="22707"/>
                    </a:moveTo>
                    <a:cubicBezTo>
                      <a:pt x="243425" y="53266"/>
                      <a:pt x="267081" y="117187"/>
                      <a:pt x="246798" y="174837"/>
                    </a:cubicBezTo>
                    <a:cubicBezTo>
                      <a:pt x="226516" y="232488"/>
                      <a:pt x="168049" y="267518"/>
                      <a:pt x="107648" y="258207"/>
                    </a:cubicBezTo>
                    <a:cubicBezTo>
                      <a:pt x="47247" y="248896"/>
                      <a:pt x="2043" y="197886"/>
                      <a:pt x="63" y="136803"/>
                    </a:cubicBezTo>
                    <a:lnTo>
                      <a:pt x="0" y="132688"/>
                    </a:lnTo>
                    <a:lnTo>
                      <a:pt x="63" y="128574"/>
                    </a:lnTo>
                    <a:cubicBezTo>
                      <a:pt x="1510" y="83958"/>
                      <a:pt x="26274" y="43379"/>
                      <a:pt x="65289" y="21689"/>
                    </a:cubicBezTo>
                    <a:cubicBezTo>
                      <a:pt x="104304" y="0"/>
                      <a:pt x="151842" y="386"/>
                      <a:pt x="190500" y="22707"/>
                    </a:cubicBezTo>
                    <a:close/>
                    <a:moveTo>
                      <a:pt x="167640" y="161721"/>
                    </a:moveTo>
                    <a:cubicBezTo>
                      <a:pt x="162631" y="156812"/>
                      <a:pt x="154592" y="156891"/>
                      <a:pt x="149682" y="161898"/>
                    </a:cubicBezTo>
                    <a:cubicBezTo>
                      <a:pt x="143710" y="167996"/>
                      <a:pt x="135534" y="171432"/>
                      <a:pt x="127000" y="171432"/>
                    </a:cubicBezTo>
                    <a:cubicBezTo>
                      <a:pt x="118465" y="171432"/>
                      <a:pt x="110290" y="167996"/>
                      <a:pt x="104318" y="161898"/>
                    </a:cubicBezTo>
                    <a:cubicBezTo>
                      <a:pt x="99386" y="157010"/>
                      <a:pt x="91444" y="156988"/>
                      <a:pt x="86486" y="161849"/>
                    </a:cubicBezTo>
                    <a:cubicBezTo>
                      <a:pt x="81528" y="166710"/>
                      <a:pt x="81393" y="174651"/>
                      <a:pt x="86182" y="179678"/>
                    </a:cubicBezTo>
                    <a:cubicBezTo>
                      <a:pt x="96931" y="190647"/>
                      <a:pt x="111642" y="196828"/>
                      <a:pt x="127000" y="196828"/>
                    </a:cubicBezTo>
                    <a:cubicBezTo>
                      <a:pt x="142357" y="196828"/>
                      <a:pt x="157068" y="190647"/>
                      <a:pt x="167817" y="179678"/>
                    </a:cubicBezTo>
                    <a:cubicBezTo>
                      <a:pt x="172726" y="174670"/>
                      <a:pt x="172647" y="166631"/>
                      <a:pt x="167640" y="161721"/>
                    </a:cubicBezTo>
                    <a:close/>
                    <a:moveTo>
                      <a:pt x="89027" y="94589"/>
                    </a:moveTo>
                    <a:lnTo>
                      <a:pt x="87414" y="94677"/>
                    </a:lnTo>
                    <a:cubicBezTo>
                      <a:pt x="80741" y="95471"/>
                      <a:pt x="75842" y="101325"/>
                      <a:pt x="76236" y="108033"/>
                    </a:cubicBezTo>
                    <a:cubicBezTo>
                      <a:pt x="76630" y="114741"/>
                      <a:pt x="82180" y="119981"/>
                      <a:pt x="88900" y="119989"/>
                    </a:cubicBezTo>
                    <a:lnTo>
                      <a:pt x="90513" y="119900"/>
                    </a:lnTo>
                    <a:cubicBezTo>
                      <a:pt x="97185" y="119106"/>
                      <a:pt x="102085" y="113252"/>
                      <a:pt x="101691" y="106544"/>
                    </a:cubicBezTo>
                    <a:cubicBezTo>
                      <a:pt x="101297" y="99836"/>
                      <a:pt x="95746" y="94596"/>
                      <a:pt x="89027" y="94589"/>
                    </a:cubicBezTo>
                    <a:close/>
                    <a:moveTo>
                      <a:pt x="165227" y="94589"/>
                    </a:moveTo>
                    <a:lnTo>
                      <a:pt x="163614" y="94677"/>
                    </a:lnTo>
                    <a:cubicBezTo>
                      <a:pt x="156941" y="95471"/>
                      <a:pt x="152042" y="101325"/>
                      <a:pt x="152436" y="108033"/>
                    </a:cubicBezTo>
                    <a:cubicBezTo>
                      <a:pt x="152829" y="114741"/>
                      <a:pt x="158380" y="119981"/>
                      <a:pt x="165100" y="119989"/>
                    </a:cubicBezTo>
                    <a:lnTo>
                      <a:pt x="166712" y="119900"/>
                    </a:lnTo>
                    <a:cubicBezTo>
                      <a:pt x="173385" y="119106"/>
                      <a:pt x="178284" y="113252"/>
                      <a:pt x="177891" y="106544"/>
                    </a:cubicBezTo>
                    <a:cubicBezTo>
                      <a:pt x="177497" y="99836"/>
                      <a:pt x="171946" y="94596"/>
                      <a:pt x="165227" y="945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686806" y="3920490"/>
                <a:ext cx="131766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사용 상황 설명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33400" y="4610100"/>
              <a:ext cx="4229100" cy="914400"/>
              <a:chOff x="533400" y="4610100"/>
              <a:chExt cx="4229100" cy="9144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33400" y="46101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6450" y="4940300"/>
                <a:ext cx="2539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53987" h="241299">
                    <a:moveTo>
                      <a:pt x="127000" y="0"/>
                    </a:moveTo>
                    <a:cubicBezTo>
                      <a:pt x="134014" y="0"/>
                      <a:pt x="139700" y="5686"/>
                      <a:pt x="139700" y="12700"/>
                    </a:cubicBezTo>
                    <a:lnTo>
                      <a:pt x="139700" y="27330"/>
                    </a:lnTo>
                    <a:lnTo>
                      <a:pt x="205219" y="38252"/>
                    </a:lnTo>
                    <a:cubicBezTo>
                      <a:pt x="208439" y="38742"/>
                      <a:pt x="211339" y="40475"/>
                      <a:pt x="213296" y="43078"/>
                    </a:cubicBezTo>
                    <a:lnTo>
                      <a:pt x="213817" y="43828"/>
                    </a:lnTo>
                    <a:lnTo>
                      <a:pt x="214553" y="45123"/>
                    </a:lnTo>
                    <a:lnTo>
                      <a:pt x="252958" y="121958"/>
                    </a:lnTo>
                    <a:lnTo>
                      <a:pt x="253402" y="123152"/>
                    </a:lnTo>
                    <a:lnTo>
                      <a:pt x="253720" y="124371"/>
                    </a:lnTo>
                    <a:lnTo>
                      <a:pt x="253923" y="125641"/>
                    </a:lnTo>
                    <a:lnTo>
                      <a:pt x="253987" y="127165"/>
                    </a:lnTo>
                    <a:lnTo>
                      <a:pt x="253949" y="127939"/>
                    </a:lnTo>
                    <a:cubicBezTo>
                      <a:pt x="253464" y="155620"/>
                      <a:pt x="230884" y="177804"/>
                      <a:pt x="203199" y="177800"/>
                    </a:cubicBezTo>
                    <a:cubicBezTo>
                      <a:pt x="175143" y="177800"/>
                      <a:pt x="152400" y="155056"/>
                      <a:pt x="152400" y="127000"/>
                    </a:cubicBezTo>
                    <a:cubicBezTo>
                      <a:pt x="152402" y="125029"/>
                      <a:pt x="152863" y="123085"/>
                      <a:pt x="153746" y="121323"/>
                    </a:cubicBezTo>
                    <a:lnTo>
                      <a:pt x="184137" y="60490"/>
                    </a:lnTo>
                    <a:lnTo>
                      <a:pt x="139700" y="53086"/>
                    </a:lnTo>
                    <a:lnTo>
                      <a:pt x="139700" y="215899"/>
                    </a:lnTo>
                    <a:lnTo>
                      <a:pt x="190500" y="215899"/>
                    </a:lnTo>
                    <a:cubicBezTo>
                      <a:pt x="197514" y="215899"/>
                      <a:pt x="203199" y="221585"/>
                      <a:pt x="203199" y="228599"/>
                    </a:cubicBezTo>
                    <a:cubicBezTo>
                      <a:pt x="203199" y="235613"/>
                      <a:pt x="197514" y="241299"/>
                      <a:pt x="190500" y="241299"/>
                    </a:cubicBezTo>
                    <a:lnTo>
                      <a:pt x="63500" y="241299"/>
                    </a:lnTo>
                    <a:cubicBezTo>
                      <a:pt x="56486" y="241299"/>
                      <a:pt x="50800" y="235613"/>
                      <a:pt x="50800" y="228599"/>
                    </a:cubicBezTo>
                    <a:cubicBezTo>
                      <a:pt x="50800" y="221585"/>
                      <a:pt x="56486" y="215899"/>
                      <a:pt x="63500" y="215899"/>
                    </a:cubicBezTo>
                    <a:lnTo>
                      <a:pt x="114300" y="215899"/>
                    </a:lnTo>
                    <a:lnTo>
                      <a:pt x="114300" y="53086"/>
                    </a:lnTo>
                    <a:lnTo>
                      <a:pt x="69850" y="60490"/>
                    </a:lnTo>
                    <a:lnTo>
                      <a:pt x="100558" y="121958"/>
                    </a:lnTo>
                    <a:lnTo>
                      <a:pt x="101003" y="123152"/>
                    </a:lnTo>
                    <a:lnTo>
                      <a:pt x="101320" y="124371"/>
                    </a:lnTo>
                    <a:lnTo>
                      <a:pt x="101524" y="125641"/>
                    </a:lnTo>
                    <a:lnTo>
                      <a:pt x="101587" y="127165"/>
                    </a:lnTo>
                    <a:lnTo>
                      <a:pt x="101549" y="127939"/>
                    </a:lnTo>
                    <a:cubicBezTo>
                      <a:pt x="101064" y="155620"/>
                      <a:pt x="78484" y="177804"/>
                      <a:pt x="50800" y="177800"/>
                    </a:cubicBezTo>
                    <a:cubicBezTo>
                      <a:pt x="22744" y="177800"/>
                      <a:pt x="0" y="155056"/>
                      <a:pt x="0" y="127000"/>
                    </a:cubicBezTo>
                    <a:cubicBezTo>
                      <a:pt x="2" y="125029"/>
                      <a:pt x="463" y="123085"/>
                      <a:pt x="1346" y="121323"/>
                    </a:cubicBezTo>
                    <a:lnTo>
                      <a:pt x="39878" y="44297"/>
                    </a:lnTo>
                    <a:lnTo>
                      <a:pt x="40373" y="43523"/>
                    </a:lnTo>
                    <a:lnTo>
                      <a:pt x="40691" y="43091"/>
                    </a:lnTo>
                    <a:cubicBezTo>
                      <a:pt x="42648" y="40487"/>
                      <a:pt x="45548" y="38755"/>
                      <a:pt x="48768" y="38265"/>
                    </a:cubicBezTo>
                    <a:lnTo>
                      <a:pt x="114300" y="27318"/>
                    </a:lnTo>
                    <a:lnTo>
                      <a:pt x="114300" y="12700"/>
                    </a:lnTo>
                    <a:cubicBezTo>
                      <a:pt x="114300" y="5686"/>
                      <a:pt x="119986" y="0"/>
                      <a:pt x="12700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29106" y="4949190"/>
                <a:ext cx="191398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장점과 한계의 구체성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991100" y="4610100"/>
              <a:ext cx="4229100" cy="914400"/>
              <a:chOff x="4991100" y="4610100"/>
              <a:chExt cx="4229100" cy="9144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4991100" y="46101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250789" y="4927626"/>
                <a:ext cx="280581" cy="267415"/>
              </a:xfrm>
              <a:custGeom>
                <a:avLst/>
                <a:gdLst/>
                <a:ahLst/>
                <a:cxnLst/>
                <a:rect l="l" t="t" r="r" b="b"/>
                <a:pathLst>
                  <a:path w="280581" h="267415">
                    <a:moveTo>
                      <a:pt x="92647" y="80492"/>
                    </a:moveTo>
                    <a:lnTo>
                      <a:pt x="11621" y="92239"/>
                    </a:lnTo>
                    <a:lnTo>
                      <a:pt x="10186" y="92532"/>
                    </a:lnTo>
                    <a:cubicBezTo>
                      <a:pt x="5763" y="93706"/>
                      <a:pt x="2314" y="97168"/>
                      <a:pt x="1157" y="101596"/>
                    </a:cubicBezTo>
                    <a:cubicBezTo>
                      <a:pt x="0" y="106023"/>
                      <a:pt x="1314" y="110731"/>
                      <a:pt x="4598" y="113918"/>
                    </a:cubicBezTo>
                    <a:lnTo>
                      <a:pt x="63297" y="171055"/>
                    </a:lnTo>
                    <a:lnTo>
                      <a:pt x="49454" y="251764"/>
                    </a:lnTo>
                    <a:lnTo>
                      <a:pt x="49289" y="253161"/>
                    </a:lnTo>
                    <a:cubicBezTo>
                      <a:pt x="49018" y="257735"/>
                      <a:pt x="51233" y="262101"/>
                      <a:pt x="55084" y="264585"/>
                    </a:cubicBezTo>
                    <a:cubicBezTo>
                      <a:pt x="58936" y="267068"/>
                      <a:pt x="63826" y="267284"/>
                      <a:pt x="67882" y="265150"/>
                    </a:cubicBezTo>
                    <a:lnTo>
                      <a:pt x="140348" y="227050"/>
                    </a:lnTo>
                    <a:lnTo>
                      <a:pt x="212649" y="265150"/>
                    </a:lnTo>
                    <a:lnTo>
                      <a:pt x="213919" y="265734"/>
                    </a:lnTo>
                    <a:cubicBezTo>
                      <a:pt x="218187" y="267415"/>
                      <a:pt x="223030" y="266664"/>
                      <a:pt x="226588" y="263769"/>
                    </a:cubicBezTo>
                    <a:cubicBezTo>
                      <a:pt x="230146" y="260874"/>
                      <a:pt x="231867" y="256285"/>
                      <a:pt x="231089" y="251764"/>
                    </a:cubicBezTo>
                    <a:lnTo>
                      <a:pt x="217233" y="171055"/>
                    </a:lnTo>
                    <a:lnTo>
                      <a:pt x="275958" y="113906"/>
                    </a:lnTo>
                    <a:lnTo>
                      <a:pt x="276949" y="112826"/>
                    </a:lnTo>
                    <a:cubicBezTo>
                      <a:pt x="279829" y="109278"/>
                      <a:pt x="280581" y="104456"/>
                      <a:pt x="278918" y="100199"/>
                    </a:cubicBezTo>
                    <a:cubicBezTo>
                      <a:pt x="277255" y="95942"/>
                      <a:pt x="273433" y="92907"/>
                      <a:pt x="268909" y="92252"/>
                    </a:cubicBezTo>
                    <a:lnTo>
                      <a:pt x="187884" y="80492"/>
                    </a:lnTo>
                    <a:lnTo>
                      <a:pt x="151663" y="7086"/>
                    </a:lnTo>
                    <a:cubicBezTo>
                      <a:pt x="149525" y="2748"/>
                      <a:pt x="145108" y="0"/>
                      <a:pt x="140271" y="0"/>
                    </a:cubicBezTo>
                    <a:cubicBezTo>
                      <a:pt x="135435" y="0"/>
                      <a:pt x="131018" y="2748"/>
                      <a:pt x="128880" y="7086"/>
                    </a:cubicBezTo>
                    <a:lnTo>
                      <a:pt x="92647" y="804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686806" y="4949190"/>
                <a:ext cx="125515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리뷰의 신뢰성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5638800"/>
              <a:ext cx="4229100" cy="914400"/>
              <a:chOff x="533400" y="5638800"/>
              <a:chExt cx="4229100" cy="9144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33400" y="56388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06448" y="5963311"/>
                <a:ext cx="267422" cy="268465"/>
              </a:xfrm>
              <a:custGeom>
                <a:avLst/>
                <a:gdLst/>
                <a:ahLst/>
                <a:cxnLst/>
                <a:rect l="l" t="t" r="r" b="b"/>
                <a:pathLst>
                  <a:path w="267422" h="268465">
                    <a:moveTo>
                      <a:pt x="190501" y="22707"/>
                    </a:moveTo>
                    <a:cubicBezTo>
                      <a:pt x="243876" y="53523"/>
                      <a:pt x="267422" y="118214"/>
                      <a:pt x="246342" y="176129"/>
                    </a:cubicBezTo>
                    <a:cubicBezTo>
                      <a:pt x="225261" y="234045"/>
                      <a:pt x="165642" y="268465"/>
                      <a:pt x="104946" y="257762"/>
                    </a:cubicBezTo>
                    <a:cubicBezTo>
                      <a:pt x="44250" y="247058"/>
                      <a:pt x="0" y="194321"/>
                      <a:pt x="2" y="132688"/>
                    </a:cubicBezTo>
                    <a:lnTo>
                      <a:pt x="65" y="128574"/>
                    </a:lnTo>
                    <a:cubicBezTo>
                      <a:pt x="1512" y="83958"/>
                      <a:pt x="26276" y="43379"/>
                      <a:pt x="65291" y="21689"/>
                    </a:cubicBezTo>
                    <a:cubicBezTo>
                      <a:pt x="104306" y="0"/>
                      <a:pt x="151844" y="386"/>
                      <a:pt x="190501" y="22707"/>
                    </a:cubicBezTo>
                    <a:close/>
                    <a:moveTo>
                      <a:pt x="127001" y="56489"/>
                    </a:moveTo>
                    <a:cubicBezTo>
                      <a:pt x="119987" y="56489"/>
                      <a:pt x="114301" y="62175"/>
                      <a:pt x="114301" y="69189"/>
                    </a:cubicBezTo>
                    <a:cubicBezTo>
                      <a:pt x="93259" y="69189"/>
                      <a:pt x="76201" y="86247"/>
                      <a:pt x="76201" y="107289"/>
                    </a:cubicBezTo>
                    <a:cubicBezTo>
                      <a:pt x="76201" y="128331"/>
                      <a:pt x="93259" y="145388"/>
                      <a:pt x="114301" y="145388"/>
                    </a:cubicBezTo>
                    <a:lnTo>
                      <a:pt x="114301" y="170788"/>
                    </a:lnTo>
                    <a:cubicBezTo>
                      <a:pt x="110027" y="171016"/>
                      <a:pt x="105914" y="169126"/>
                      <a:pt x="103303" y="165734"/>
                    </a:cubicBezTo>
                    <a:lnTo>
                      <a:pt x="102440" y="164451"/>
                    </a:lnTo>
                    <a:cubicBezTo>
                      <a:pt x="98827" y="158626"/>
                      <a:pt x="91244" y="156718"/>
                      <a:pt x="85306" y="160140"/>
                    </a:cubicBezTo>
                    <a:cubicBezTo>
                      <a:pt x="79367" y="163562"/>
                      <a:pt x="77215" y="171079"/>
                      <a:pt x="80443" y="177126"/>
                    </a:cubicBezTo>
                    <a:cubicBezTo>
                      <a:pt x="87034" y="188556"/>
                      <a:pt x="99069" y="195763"/>
                      <a:pt x="112257" y="196176"/>
                    </a:cubicBezTo>
                    <a:lnTo>
                      <a:pt x="114301" y="196176"/>
                    </a:lnTo>
                    <a:cubicBezTo>
                      <a:pt x="114296" y="202619"/>
                      <a:pt x="119116" y="208046"/>
                      <a:pt x="125515" y="208799"/>
                    </a:cubicBezTo>
                    <a:lnTo>
                      <a:pt x="127001" y="208888"/>
                    </a:lnTo>
                    <a:cubicBezTo>
                      <a:pt x="134015" y="208888"/>
                      <a:pt x="139701" y="203202"/>
                      <a:pt x="139701" y="196188"/>
                    </a:cubicBezTo>
                    <a:lnTo>
                      <a:pt x="141936" y="196125"/>
                    </a:lnTo>
                    <a:cubicBezTo>
                      <a:pt x="162523" y="194935"/>
                      <a:pt x="178427" y="177582"/>
                      <a:pt x="177821" y="156970"/>
                    </a:cubicBezTo>
                    <a:cubicBezTo>
                      <a:pt x="177216" y="136358"/>
                      <a:pt x="160322" y="119969"/>
                      <a:pt x="139701" y="119989"/>
                    </a:cubicBezTo>
                    <a:lnTo>
                      <a:pt x="139701" y="94589"/>
                    </a:lnTo>
                    <a:cubicBezTo>
                      <a:pt x="144248" y="94436"/>
                      <a:pt x="148223" y="96367"/>
                      <a:pt x="150699" y="99643"/>
                    </a:cubicBezTo>
                    <a:lnTo>
                      <a:pt x="151563" y="100926"/>
                    </a:lnTo>
                    <a:cubicBezTo>
                      <a:pt x="155175" y="106751"/>
                      <a:pt x="162758" y="108659"/>
                      <a:pt x="168697" y="105237"/>
                    </a:cubicBezTo>
                    <a:cubicBezTo>
                      <a:pt x="174636" y="101815"/>
                      <a:pt x="176788" y="94298"/>
                      <a:pt x="173559" y="88251"/>
                    </a:cubicBezTo>
                    <a:cubicBezTo>
                      <a:pt x="166972" y="76816"/>
                      <a:pt x="154936" y="69604"/>
                      <a:pt x="141746" y="69189"/>
                    </a:cubicBezTo>
                    <a:lnTo>
                      <a:pt x="139701" y="69189"/>
                    </a:lnTo>
                    <a:cubicBezTo>
                      <a:pt x="139701" y="62175"/>
                      <a:pt x="134015" y="56489"/>
                      <a:pt x="127001" y="56489"/>
                    </a:cubicBezTo>
                    <a:close/>
                    <a:moveTo>
                      <a:pt x="139701" y="145388"/>
                    </a:moveTo>
                    <a:cubicBezTo>
                      <a:pt x="146715" y="145388"/>
                      <a:pt x="152401" y="151074"/>
                      <a:pt x="152401" y="158088"/>
                    </a:cubicBezTo>
                    <a:cubicBezTo>
                      <a:pt x="152401" y="165102"/>
                      <a:pt x="146715" y="170788"/>
                      <a:pt x="139701" y="170788"/>
                    </a:cubicBezTo>
                    <a:lnTo>
                      <a:pt x="139701" y="145388"/>
                    </a:lnTo>
                    <a:close/>
                    <a:moveTo>
                      <a:pt x="114301" y="94589"/>
                    </a:moveTo>
                    <a:lnTo>
                      <a:pt x="114301" y="119989"/>
                    </a:lnTo>
                    <a:cubicBezTo>
                      <a:pt x="107287" y="119989"/>
                      <a:pt x="101601" y="114303"/>
                      <a:pt x="101601" y="107289"/>
                    </a:cubicBezTo>
                    <a:cubicBezTo>
                      <a:pt x="101601" y="100275"/>
                      <a:pt x="107287" y="94589"/>
                      <a:pt x="114301" y="945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29106" y="5977890"/>
                <a:ext cx="151644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가격과 배송 조건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991100" y="5638800"/>
              <a:ext cx="4229100" cy="914400"/>
              <a:chOff x="4991100" y="5638800"/>
              <a:chExt cx="4229100" cy="9144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4991100" y="56388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264150" y="5969000"/>
                <a:ext cx="254054" cy="255207"/>
              </a:xfrm>
              <a:custGeom>
                <a:avLst/>
                <a:gdLst/>
                <a:ahLst/>
                <a:cxnLst/>
                <a:rect l="l" t="t" r="r" b="b"/>
                <a:pathLst>
                  <a:path w="254054" h="255207">
                    <a:moveTo>
                      <a:pt x="127000" y="0"/>
                    </a:moveTo>
                    <a:cubicBezTo>
                      <a:pt x="197142" y="0"/>
                      <a:pt x="253999" y="56858"/>
                      <a:pt x="253999" y="127000"/>
                    </a:cubicBezTo>
                    <a:cubicBezTo>
                      <a:pt x="254054" y="196377"/>
                      <a:pt x="198425" y="252959"/>
                      <a:pt x="129057" y="254083"/>
                    </a:cubicBezTo>
                    <a:cubicBezTo>
                      <a:pt x="59690" y="255207"/>
                      <a:pt x="2256" y="200457"/>
                      <a:pt x="63" y="131114"/>
                    </a:cubicBezTo>
                    <a:lnTo>
                      <a:pt x="0" y="127000"/>
                    </a:lnTo>
                    <a:lnTo>
                      <a:pt x="51" y="123444"/>
                    </a:lnTo>
                    <a:cubicBezTo>
                      <a:pt x="1930" y="54953"/>
                      <a:pt x="58039" y="0"/>
                      <a:pt x="127000" y="0"/>
                    </a:cubicBezTo>
                    <a:close/>
                    <a:moveTo>
                      <a:pt x="127000" y="165100"/>
                    </a:moveTo>
                    <a:cubicBezTo>
                      <a:pt x="120561" y="165100"/>
                      <a:pt x="115142" y="169919"/>
                      <a:pt x="114389" y="176314"/>
                    </a:cubicBezTo>
                    <a:lnTo>
                      <a:pt x="114300" y="177800"/>
                    </a:lnTo>
                    <a:lnTo>
                      <a:pt x="114389" y="179412"/>
                    </a:lnTo>
                    <a:cubicBezTo>
                      <a:pt x="115149" y="185801"/>
                      <a:pt x="120566" y="190612"/>
                      <a:pt x="127000" y="190612"/>
                    </a:cubicBezTo>
                    <a:cubicBezTo>
                      <a:pt x="133433" y="190612"/>
                      <a:pt x="138851" y="185801"/>
                      <a:pt x="139611" y="179412"/>
                    </a:cubicBezTo>
                    <a:lnTo>
                      <a:pt x="139700" y="177927"/>
                    </a:lnTo>
                    <a:lnTo>
                      <a:pt x="139611" y="176314"/>
                    </a:lnTo>
                    <a:cubicBezTo>
                      <a:pt x="138857" y="169919"/>
                      <a:pt x="133438" y="165100"/>
                      <a:pt x="127000" y="165100"/>
                    </a:cubicBezTo>
                    <a:close/>
                    <a:moveTo>
                      <a:pt x="144373" y="80353"/>
                    </a:moveTo>
                    <a:cubicBezTo>
                      <a:pt x="128720" y="72350"/>
                      <a:pt x="109618" y="76180"/>
                      <a:pt x="98260" y="89598"/>
                    </a:cubicBezTo>
                    <a:cubicBezTo>
                      <a:pt x="93893" y="94713"/>
                      <a:pt x="94271" y="102345"/>
                      <a:pt x="99122" y="107004"/>
                    </a:cubicBezTo>
                    <a:cubicBezTo>
                      <a:pt x="103972" y="111662"/>
                      <a:pt x="111613" y="111732"/>
                      <a:pt x="116548" y="107162"/>
                    </a:cubicBezTo>
                    <a:lnTo>
                      <a:pt x="118719" y="104876"/>
                    </a:lnTo>
                    <a:cubicBezTo>
                      <a:pt x="122557" y="101354"/>
                      <a:pt x="128182" y="100594"/>
                      <a:pt x="132816" y="102971"/>
                    </a:cubicBezTo>
                    <a:cubicBezTo>
                      <a:pt x="137826" y="105507"/>
                      <a:pt x="140576" y="111030"/>
                      <a:pt x="139580" y="116556"/>
                    </a:cubicBezTo>
                    <a:cubicBezTo>
                      <a:pt x="138584" y="122081"/>
                      <a:pt x="134078" y="126297"/>
                      <a:pt x="128498" y="126923"/>
                    </a:cubicBezTo>
                    <a:lnTo>
                      <a:pt x="125552" y="127076"/>
                    </a:lnTo>
                    <a:cubicBezTo>
                      <a:pt x="118845" y="127814"/>
                      <a:pt x="113885" y="133668"/>
                      <a:pt x="114261" y="140406"/>
                    </a:cubicBezTo>
                    <a:cubicBezTo>
                      <a:pt x="114636" y="147143"/>
                      <a:pt x="120214" y="152411"/>
                      <a:pt x="126962" y="152400"/>
                    </a:cubicBezTo>
                    <a:cubicBezTo>
                      <a:pt x="144599" y="152453"/>
                      <a:pt x="159967" y="140394"/>
                      <a:pt x="164110" y="123250"/>
                    </a:cubicBezTo>
                    <a:cubicBezTo>
                      <a:pt x="168253" y="106106"/>
                      <a:pt x="160088" y="88360"/>
                      <a:pt x="144373" y="803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686806" y="5977890"/>
                <a:ext cx="15399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FAQ와 비교 정보</a:t>
                </a:r>
              </a:p>
            </p:txBody>
          </p:sp>
        </p:grpSp>
      </p:grpSp>
      <p:sp>
        <p:nvSpPr>
          <p:cNvPr id="46" name="TextBox 46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33 / 41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651641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Shopee : 동남아 모바일 커머스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2190750"/>
            <a:ext cx="2667000" cy="3619500"/>
            <a:chOff x="914400" y="2190750"/>
            <a:chExt cx="2667000" cy="3619500"/>
          </a:xfrm>
        </p:grpSpPr>
        <p:sp>
          <p:nvSpPr>
            <p:cNvPr id="8" name="Rectangle 8"/>
            <p:cNvSpPr/>
            <p:nvPr/>
          </p:nvSpPr>
          <p:spPr>
            <a:xfrm>
              <a:off x="914400" y="2190750"/>
              <a:ext cx="2667000" cy="3619500"/>
            </a:xfrm>
            <a:prstGeom prst="roundRect">
              <a:avLst>
                <a:gd name="adj" fmla="val 12857"/>
              </a:avLst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2190750"/>
              <a:ext cx="26670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2495550"/>
              <a:ext cx="2667000" cy="22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81210" y="3400423"/>
              <a:ext cx="333379" cy="476254"/>
            </a:xfrm>
            <a:custGeom>
              <a:avLst/>
              <a:gdLst/>
              <a:ahLst/>
              <a:cxnLst/>
              <a:rect l="l" t="t" r="r" b="b"/>
              <a:pathLst>
                <a:path w="333379" h="476254">
                  <a:moveTo>
                    <a:pt x="261940" y="2"/>
                  </a:moveTo>
                  <a:cubicBezTo>
                    <a:pt x="299767" y="0"/>
                    <a:pt x="331039" y="29486"/>
                    <a:pt x="333258" y="67249"/>
                  </a:cubicBezTo>
                  <a:lnTo>
                    <a:pt x="333377" y="71440"/>
                  </a:lnTo>
                  <a:lnTo>
                    <a:pt x="333377" y="404815"/>
                  </a:lnTo>
                  <a:cubicBezTo>
                    <a:pt x="333379" y="442642"/>
                    <a:pt x="303893" y="473914"/>
                    <a:pt x="266131" y="476133"/>
                  </a:cubicBezTo>
                  <a:lnTo>
                    <a:pt x="261940" y="476252"/>
                  </a:lnTo>
                  <a:lnTo>
                    <a:pt x="71440" y="476252"/>
                  </a:lnTo>
                  <a:cubicBezTo>
                    <a:pt x="33612" y="476254"/>
                    <a:pt x="2340" y="446768"/>
                    <a:pt x="121" y="409006"/>
                  </a:cubicBezTo>
                  <a:lnTo>
                    <a:pt x="2" y="404815"/>
                  </a:lnTo>
                  <a:lnTo>
                    <a:pt x="2" y="71440"/>
                  </a:lnTo>
                  <a:cubicBezTo>
                    <a:pt x="0" y="33612"/>
                    <a:pt x="29486" y="2340"/>
                    <a:pt x="67249" y="121"/>
                  </a:cubicBezTo>
                  <a:lnTo>
                    <a:pt x="71440" y="2"/>
                  </a:lnTo>
                  <a:lnTo>
                    <a:pt x="261940" y="2"/>
                  </a:lnTo>
                  <a:close/>
                  <a:moveTo>
                    <a:pt x="166690" y="333377"/>
                  </a:moveTo>
                  <a:cubicBezTo>
                    <a:pt x="154617" y="333379"/>
                    <a:pt x="144456" y="342414"/>
                    <a:pt x="143044" y="354404"/>
                  </a:cubicBezTo>
                  <a:lnTo>
                    <a:pt x="142877" y="357190"/>
                  </a:lnTo>
                  <a:lnTo>
                    <a:pt x="143044" y="360214"/>
                  </a:lnTo>
                  <a:cubicBezTo>
                    <a:pt x="144469" y="372193"/>
                    <a:pt x="154626" y="381214"/>
                    <a:pt x="166690" y="381214"/>
                  </a:cubicBezTo>
                  <a:cubicBezTo>
                    <a:pt x="178753" y="381214"/>
                    <a:pt x="188911" y="372193"/>
                    <a:pt x="190335" y="360214"/>
                  </a:cubicBezTo>
                  <a:lnTo>
                    <a:pt x="190502" y="357428"/>
                  </a:lnTo>
                  <a:lnTo>
                    <a:pt x="190335" y="354404"/>
                  </a:lnTo>
                  <a:cubicBezTo>
                    <a:pt x="188923" y="342414"/>
                    <a:pt x="178762" y="333379"/>
                    <a:pt x="166690" y="333377"/>
                  </a:cubicBezTo>
                  <a:close/>
                  <a:moveTo>
                    <a:pt x="190502" y="47627"/>
                  </a:moveTo>
                  <a:lnTo>
                    <a:pt x="142877" y="47627"/>
                  </a:lnTo>
                  <a:lnTo>
                    <a:pt x="140091" y="47794"/>
                  </a:lnTo>
                  <a:cubicBezTo>
                    <a:pt x="128112" y="49219"/>
                    <a:pt x="119091" y="59376"/>
                    <a:pt x="119091" y="71440"/>
                  </a:cubicBezTo>
                  <a:cubicBezTo>
                    <a:pt x="119091" y="83503"/>
                    <a:pt x="128112" y="93661"/>
                    <a:pt x="140091" y="95085"/>
                  </a:cubicBezTo>
                  <a:lnTo>
                    <a:pt x="142877" y="95252"/>
                  </a:lnTo>
                  <a:lnTo>
                    <a:pt x="190502" y="95252"/>
                  </a:lnTo>
                  <a:lnTo>
                    <a:pt x="193288" y="95085"/>
                  </a:lnTo>
                  <a:cubicBezTo>
                    <a:pt x="205267" y="93661"/>
                    <a:pt x="214288" y="83503"/>
                    <a:pt x="214288" y="71440"/>
                  </a:cubicBezTo>
                  <a:cubicBezTo>
                    <a:pt x="214288" y="59376"/>
                    <a:pt x="205267" y="49219"/>
                    <a:pt x="193288" y="47794"/>
                  </a:cubicBezTo>
                  <a:lnTo>
                    <a:pt x="190502" y="476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18909" y="4282440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모바일 중심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296156" y="2167890"/>
            <a:ext cx="2828544" cy="3737610"/>
            <a:chOff x="4296156" y="2167890"/>
            <a:chExt cx="2828544" cy="3737610"/>
          </a:xfrm>
        </p:grpSpPr>
        <p:sp>
          <p:nvSpPr>
            <p:cNvPr id="14" name="TextBox 14"/>
            <p:cNvSpPr txBox="1"/>
            <p:nvPr/>
          </p:nvSpPr>
          <p:spPr>
            <a:xfrm>
              <a:off x="4296156" y="2167890"/>
              <a:ext cx="1917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동남아 시장에서 강한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6156" y="2510790"/>
              <a:ext cx="17184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모바일 중심 플랫폼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6918" y="3098482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중요한 역할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305300" y="3429000"/>
              <a:ext cx="2819400" cy="2476500"/>
              <a:chOff x="4305300" y="3429000"/>
              <a:chExt cx="2819400" cy="2476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05300" y="3429000"/>
                <a:ext cx="1333500" cy="533400"/>
              </a:xfrm>
              <a:prstGeom prst="roundRect">
                <a:avLst>
                  <a:gd name="adj" fmla="val 25000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460874" y="3579597"/>
                <a:ext cx="233995" cy="234908"/>
              </a:xfrm>
              <a:custGeom>
                <a:avLst/>
                <a:gdLst/>
                <a:ahLst/>
                <a:cxnLst/>
                <a:rect l="l" t="t" r="r" b="b"/>
                <a:pathLst>
                  <a:path w="233995" h="234908">
                    <a:moveTo>
                      <a:pt x="166689" y="19869"/>
                    </a:moveTo>
                    <a:cubicBezTo>
                      <a:pt x="213393" y="46833"/>
                      <a:pt x="233995" y="103438"/>
                      <a:pt x="215550" y="154114"/>
                    </a:cubicBezTo>
                    <a:cubicBezTo>
                      <a:pt x="197105" y="204790"/>
                      <a:pt x="144937" y="234908"/>
                      <a:pt x="91828" y="225543"/>
                    </a:cubicBezTo>
                    <a:cubicBezTo>
                      <a:pt x="38719" y="216177"/>
                      <a:pt x="0" y="170032"/>
                      <a:pt x="1" y="116103"/>
                    </a:cubicBezTo>
                    <a:lnTo>
                      <a:pt x="57" y="112503"/>
                    </a:lnTo>
                    <a:cubicBezTo>
                      <a:pt x="1323" y="73464"/>
                      <a:pt x="22991" y="37956"/>
                      <a:pt x="57130" y="18978"/>
                    </a:cubicBezTo>
                    <a:cubicBezTo>
                      <a:pt x="91268" y="0"/>
                      <a:pt x="132864" y="338"/>
                      <a:pt x="166689" y="19869"/>
                    </a:cubicBezTo>
                    <a:close/>
                    <a:moveTo>
                      <a:pt x="111127" y="49428"/>
                    </a:moveTo>
                    <a:cubicBezTo>
                      <a:pt x="104989" y="49428"/>
                      <a:pt x="100014" y="54403"/>
                      <a:pt x="100014" y="60540"/>
                    </a:cubicBezTo>
                    <a:cubicBezTo>
                      <a:pt x="81602" y="60540"/>
                      <a:pt x="66677" y="75466"/>
                      <a:pt x="66677" y="93878"/>
                    </a:cubicBezTo>
                    <a:cubicBezTo>
                      <a:pt x="66677" y="112290"/>
                      <a:pt x="81602" y="127216"/>
                      <a:pt x="100014" y="127216"/>
                    </a:cubicBezTo>
                    <a:lnTo>
                      <a:pt x="100014" y="149441"/>
                    </a:lnTo>
                    <a:cubicBezTo>
                      <a:pt x="96274" y="149640"/>
                      <a:pt x="92675" y="147986"/>
                      <a:pt x="90391" y="145018"/>
                    </a:cubicBezTo>
                    <a:lnTo>
                      <a:pt x="89635" y="143895"/>
                    </a:lnTo>
                    <a:cubicBezTo>
                      <a:pt x="86474" y="138798"/>
                      <a:pt x="79839" y="137129"/>
                      <a:pt x="74643" y="140123"/>
                    </a:cubicBezTo>
                    <a:cubicBezTo>
                      <a:pt x="69446" y="143117"/>
                      <a:pt x="67563" y="149695"/>
                      <a:pt x="70388" y="154986"/>
                    </a:cubicBezTo>
                    <a:cubicBezTo>
                      <a:pt x="76155" y="164987"/>
                      <a:pt x="86686" y="171293"/>
                      <a:pt x="98225" y="171655"/>
                    </a:cubicBezTo>
                    <a:lnTo>
                      <a:pt x="100014" y="171655"/>
                    </a:lnTo>
                    <a:cubicBezTo>
                      <a:pt x="100009" y="177293"/>
                      <a:pt x="104227" y="182041"/>
                      <a:pt x="109827" y="182700"/>
                    </a:cubicBezTo>
                    <a:lnTo>
                      <a:pt x="111127" y="182778"/>
                    </a:lnTo>
                    <a:cubicBezTo>
                      <a:pt x="117264" y="182778"/>
                      <a:pt x="122239" y="177803"/>
                      <a:pt x="122239" y="171666"/>
                    </a:cubicBezTo>
                    <a:lnTo>
                      <a:pt x="124195" y="171610"/>
                    </a:lnTo>
                    <a:cubicBezTo>
                      <a:pt x="142208" y="170569"/>
                      <a:pt x="156124" y="155385"/>
                      <a:pt x="155595" y="137350"/>
                    </a:cubicBezTo>
                    <a:cubicBezTo>
                      <a:pt x="155065" y="119314"/>
                      <a:pt x="140283" y="104973"/>
                      <a:pt x="122239" y="104991"/>
                    </a:cubicBezTo>
                    <a:lnTo>
                      <a:pt x="122239" y="82765"/>
                    </a:lnTo>
                    <a:cubicBezTo>
                      <a:pt x="126218" y="82632"/>
                      <a:pt x="129696" y="84321"/>
                      <a:pt x="131863" y="87188"/>
                    </a:cubicBezTo>
                    <a:lnTo>
                      <a:pt x="132618" y="88311"/>
                    </a:lnTo>
                    <a:cubicBezTo>
                      <a:pt x="135779" y="93408"/>
                      <a:pt x="142414" y="95077"/>
                      <a:pt x="147611" y="92083"/>
                    </a:cubicBezTo>
                    <a:cubicBezTo>
                      <a:pt x="152807" y="89089"/>
                      <a:pt x="154690" y="82511"/>
                      <a:pt x="151865" y="77220"/>
                    </a:cubicBezTo>
                    <a:cubicBezTo>
                      <a:pt x="146101" y="67215"/>
                      <a:pt x="135570" y="60904"/>
                      <a:pt x="124028" y="60540"/>
                    </a:cubicBezTo>
                    <a:lnTo>
                      <a:pt x="122239" y="60540"/>
                    </a:lnTo>
                    <a:cubicBezTo>
                      <a:pt x="122239" y="54403"/>
                      <a:pt x="117264" y="49428"/>
                      <a:pt x="111127" y="49428"/>
                    </a:cubicBezTo>
                    <a:close/>
                    <a:moveTo>
                      <a:pt x="122239" y="127216"/>
                    </a:moveTo>
                    <a:cubicBezTo>
                      <a:pt x="128377" y="127216"/>
                      <a:pt x="133352" y="132191"/>
                      <a:pt x="133352" y="138328"/>
                    </a:cubicBezTo>
                    <a:cubicBezTo>
                      <a:pt x="133352" y="144465"/>
                      <a:pt x="128377" y="149441"/>
                      <a:pt x="122239" y="149441"/>
                    </a:cubicBezTo>
                    <a:lnTo>
                      <a:pt x="122239" y="127216"/>
                    </a:lnTo>
                    <a:close/>
                    <a:moveTo>
                      <a:pt x="100014" y="82765"/>
                    </a:moveTo>
                    <a:lnTo>
                      <a:pt x="100014" y="104991"/>
                    </a:lnTo>
                    <a:cubicBezTo>
                      <a:pt x="93877" y="104991"/>
                      <a:pt x="88902" y="100015"/>
                      <a:pt x="88902" y="93878"/>
                    </a:cubicBezTo>
                    <a:cubicBezTo>
                      <a:pt x="88902" y="87741"/>
                      <a:pt x="93877" y="82765"/>
                      <a:pt x="100014" y="82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773168" y="3584258"/>
                <a:ext cx="3654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가격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5791200" y="3429000"/>
                <a:ext cx="1333500" cy="533400"/>
              </a:xfrm>
              <a:prstGeom prst="roundRect">
                <a:avLst>
                  <a:gd name="adj" fmla="val 25000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946898" y="3584697"/>
                <a:ext cx="222226" cy="222227"/>
              </a:xfrm>
              <a:custGeom>
                <a:avLst/>
                <a:gdLst/>
                <a:ahLst/>
                <a:cxnLst/>
                <a:rect l="l" t="t" r="r" b="b"/>
                <a:pathLst>
                  <a:path w="222226" h="222227">
                    <a:moveTo>
                      <a:pt x="111113" y="0"/>
                    </a:moveTo>
                    <a:cubicBezTo>
                      <a:pt x="120581" y="0"/>
                      <a:pt x="129649" y="3778"/>
                      <a:pt x="136305" y="10468"/>
                    </a:cubicBezTo>
                    <a:lnTo>
                      <a:pt x="144062" y="18225"/>
                    </a:lnTo>
                    <a:cubicBezTo>
                      <a:pt x="146557" y="20706"/>
                      <a:pt x="149933" y="22100"/>
                      <a:pt x="153452" y="22103"/>
                    </a:cubicBezTo>
                    <a:lnTo>
                      <a:pt x="164564" y="22103"/>
                    </a:lnTo>
                    <a:cubicBezTo>
                      <a:pt x="184204" y="22103"/>
                      <a:pt x="200125" y="38024"/>
                      <a:pt x="200125" y="57663"/>
                    </a:cubicBezTo>
                    <a:lnTo>
                      <a:pt x="200125" y="68775"/>
                    </a:lnTo>
                    <a:cubicBezTo>
                      <a:pt x="200125" y="72287"/>
                      <a:pt x="201525" y="75665"/>
                      <a:pt x="203981" y="78143"/>
                    </a:cubicBezTo>
                    <a:lnTo>
                      <a:pt x="211737" y="85900"/>
                    </a:lnTo>
                    <a:cubicBezTo>
                      <a:pt x="218445" y="92570"/>
                      <a:pt x="222218" y="101639"/>
                      <a:pt x="222222" y="111098"/>
                    </a:cubicBezTo>
                    <a:cubicBezTo>
                      <a:pt x="222226" y="120558"/>
                      <a:pt x="218461" y="129630"/>
                      <a:pt x="211759" y="136306"/>
                    </a:cubicBezTo>
                    <a:lnTo>
                      <a:pt x="204003" y="144063"/>
                    </a:lnTo>
                    <a:cubicBezTo>
                      <a:pt x="201522" y="146559"/>
                      <a:pt x="200128" y="149934"/>
                      <a:pt x="200125" y="153453"/>
                    </a:cubicBezTo>
                    <a:lnTo>
                      <a:pt x="200125" y="164565"/>
                    </a:lnTo>
                    <a:cubicBezTo>
                      <a:pt x="200125" y="184205"/>
                      <a:pt x="184204" y="200126"/>
                      <a:pt x="164564" y="200126"/>
                    </a:cubicBezTo>
                    <a:lnTo>
                      <a:pt x="153452" y="200126"/>
                    </a:lnTo>
                    <a:cubicBezTo>
                      <a:pt x="149944" y="200129"/>
                      <a:pt x="146578" y="201514"/>
                      <a:pt x="144084" y="203982"/>
                    </a:cubicBezTo>
                    <a:lnTo>
                      <a:pt x="136327" y="211738"/>
                    </a:lnTo>
                    <a:cubicBezTo>
                      <a:pt x="129657" y="218446"/>
                      <a:pt x="120589" y="222219"/>
                      <a:pt x="111129" y="222223"/>
                    </a:cubicBezTo>
                    <a:cubicBezTo>
                      <a:pt x="101669" y="222227"/>
                      <a:pt x="92597" y="218462"/>
                      <a:pt x="85921" y="211760"/>
                    </a:cubicBezTo>
                    <a:lnTo>
                      <a:pt x="78164" y="204004"/>
                    </a:lnTo>
                    <a:cubicBezTo>
                      <a:pt x="75669" y="201523"/>
                      <a:pt x="72294" y="200129"/>
                      <a:pt x="68774" y="200126"/>
                    </a:cubicBezTo>
                    <a:lnTo>
                      <a:pt x="57662" y="200126"/>
                    </a:lnTo>
                    <a:cubicBezTo>
                      <a:pt x="38023" y="200126"/>
                      <a:pt x="22102" y="184205"/>
                      <a:pt x="22102" y="164565"/>
                    </a:cubicBezTo>
                    <a:lnTo>
                      <a:pt x="22102" y="153453"/>
                    </a:lnTo>
                    <a:cubicBezTo>
                      <a:pt x="22099" y="149945"/>
                      <a:pt x="20713" y="146579"/>
                      <a:pt x="18246" y="144085"/>
                    </a:cubicBezTo>
                    <a:lnTo>
                      <a:pt x="10489" y="136329"/>
                    </a:lnTo>
                    <a:cubicBezTo>
                      <a:pt x="3782" y="129658"/>
                      <a:pt x="8" y="120590"/>
                      <a:pt x="4" y="111130"/>
                    </a:cubicBezTo>
                    <a:cubicBezTo>
                      <a:pt x="0" y="101670"/>
                      <a:pt x="3765" y="92599"/>
                      <a:pt x="10467" y="85922"/>
                    </a:cubicBezTo>
                    <a:lnTo>
                      <a:pt x="18223" y="78166"/>
                    </a:lnTo>
                    <a:cubicBezTo>
                      <a:pt x="20705" y="75670"/>
                      <a:pt x="22099" y="72295"/>
                      <a:pt x="22102" y="68775"/>
                    </a:cubicBezTo>
                    <a:lnTo>
                      <a:pt x="22102" y="57663"/>
                    </a:lnTo>
                    <a:lnTo>
                      <a:pt x="22157" y="55640"/>
                    </a:lnTo>
                    <a:cubicBezTo>
                      <a:pt x="23230" y="36817"/>
                      <a:pt x="38807" y="22102"/>
                      <a:pt x="57662" y="22103"/>
                    </a:cubicBezTo>
                    <a:lnTo>
                      <a:pt x="68774" y="22103"/>
                    </a:lnTo>
                    <a:cubicBezTo>
                      <a:pt x="72283" y="22100"/>
                      <a:pt x="75648" y="20714"/>
                      <a:pt x="78142" y="18247"/>
                    </a:cubicBezTo>
                    <a:lnTo>
                      <a:pt x="85899" y="10490"/>
                    </a:lnTo>
                    <a:cubicBezTo>
                      <a:pt x="92572" y="3777"/>
                      <a:pt x="101647" y="1"/>
                      <a:pt x="111113" y="0"/>
                    </a:cubicBezTo>
                    <a:moveTo>
                      <a:pt x="138783" y="122116"/>
                    </a:moveTo>
                    <a:cubicBezTo>
                      <a:pt x="129577" y="122116"/>
                      <a:pt x="122115" y="129578"/>
                      <a:pt x="122115" y="138784"/>
                    </a:cubicBezTo>
                    <a:cubicBezTo>
                      <a:pt x="122115" y="147990"/>
                      <a:pt x="129577" y="155453"/>
                      <a:pt x="138783" y="155453"/>
                    </a:cubicBezTo>
                    <a:cubicBezTo>
                      <a:pt x="147989" y="155453"/>
                      <a:pt x="155452" y="147990"/>
                      <a:pt x="155452" y="138784"/>
                    </a:cubicBezTo>
                    <a:cubicBezTo>
                      <a:pt x="155452" y="129578"/>
                      <a:pt x="147989" y="122116"/>
                      <a:pt x="138783" y="122116"/>
                    </a:cubicBezTo>
                    <a:moveTo>
                      <a:pt x="152196" y="69809"/>
                    </a:moveTo>
                    <a:cubicBezTo>
                      <a:pt x="147857" y="65471"/>
                      <a:pt x="140822" y="65471"/>
                      <a:pt x="136483" y="69809"/>
                    </a:cubicBezTo>
                    <a:lnTo>
                      <a:pt x="69808" y="136484"/>
                    </a:lnTo>
                    <a:cubicBezTo>
                      <a:pt x="65597" y="140844"/>
                      <a:pt x="65657" y="147775"/>
                      <a:pt x="69943" y="152062"/>
                    </a:cubicBezTo>
                    <a:cubicBezTo>
                      <a:pt x="74230" y="156348"/>
                      <a:pt x="81161" y="156409"/>
                      <a:pt x="85521" y="152197"/>
                    </a:cubicBezTo>
                    <a:lnTo>
                      <a:pt x="152196" y="85522"/>
                    </a:lnTo>
                    <a:cubicBezTo>
                      <a:pt x="156534" y="81183"/>
                      <a:pt x="156534" y="74148"/>
                      <a:pt x="152196" y="69809"/>
                    </a:cubicBezTo>
                    <a:moveTo>
                      <a:pt x="83221" y="66553"/>
                    </a:moveTo>
                    <a:cubicBezTo>
                      <a:pt x="74015" y="66553"/>
                      <a:pt x="66552" y="74016"/>
                      <a:pt x="66552" y="83222"/>
                    </a:cubicBezTo>
                    <a:cubicBezTo>
                      <a:pt x="66552" y="92428"/>
                      <a:pt x="74015" y="99891"/>
                      <a:pt x="83221" y="99891"/>
                    </a:cubicBezTo>
                    <a:cubicBezTo>
                      <a:pt x="92427" y="99891"/>
                      <a:pt x="99889" y="92428"/>
                      <a:pt x="99889" y="83222"/>
                    </a:cubicBezTo>
                    <a:cubicBezTo>
                      <a:pt x="99889" y="74016"/>
                      <a:pt x="92427" y="66553"/>
                      <a:pt x="83221" y="6655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259068" y="3584258"/>
                <a:ext cx="3654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쿠폰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305300" y="4076700"/>
                <a:ext cx="2095500" cy="533400"/>
              </a:xfrm>
              <a:prstGeom prst="roundRect">
                <a:avLst>
                  <a:gd name="adj" fmla="val 25000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460875" y="4254500"/>
                <a:ext cx="222251" cy="177796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177796">
                    <a:moveTo>
                      <a:pt x="122238" y="0"/>
                    </a:moveTo>
                    <a:cubicBezTo>
                      <a:pt x="128375" y="0"/>
                      <a:pt x="133350" y="4975"/>
                      <a:pt x="133350" y="11113"/>
                    </a:cubicBezTo>
                    <a:lnTo>
                      <a:pt x="177801" y="11113"/>
                    </a:lnTo>
                    <a:cubicBezTo>
                      <a:pt x="181190" y="11113"/>
                      <a:pt x="184394" y="12659"/>
                      <a:pt x="186502" y="15313"/>
                    </a:cubicBezTo>
                    <a:lnTo>
                      <a:pt x="187324" y="16513"/>
                    </a:lnTo>
                    <a:lnTo>
                      <a:pt x="220662" y="72076"/>
                    </a:lnTo>
                    <a:lnTo>
                      <a:pt x="221273" y="73220"/>
                    </a:lnTo>
                    <a:lnTo>
                      <a:pt x="221717" y="74410"/>
                    </a:lnTo>
                    <a:lnTo>
                      <a:pt x="222039" y="75621"/>
                    </a:lnTo>
                    <a:lnTo>
                      <a:pt x="222217" y="76843"/>
                    </a:lnTo>
                    <a:lnTo>
                      <a:pt x="222251" y="77788"/>
                    </a:lnTo>
                    <a:lnTo>
                      <a:pt x="222251" y="144463"/>
                    </a:lnTo>
                    <a:cubicBezTo>
                      <a:pt x="222251" y="150600"/>
                      <a:pt x="217275" y="155575"/>
                      <a:pt x="211138" y="155575"/>
                    </a:cubicBezTo>
                    <a:lnTo>
                      <a:pt x="198125" y="155575"/>
                    </a:lnTo>
                    <a:cubicBezTo>
                      <a:pt x="193411" y="168894"/>
                      <a:pt x="180816" y="177796"/>
                      <a:pt x="166688" y="177796"/>
                    </a:cubicBezTo>
                    <a:cubicBezTo>
                      <a:pt x="152560" y="177796"/>
                      <a:pt x="139965" y="168894"/>
                      <a:pt x="135251" y="155575"/>
                    </a:cubicBezTo>
                    <a:lnTo>
                      <a:pt x="87000" y="155575"/>
                    </a:lnTo>
                    <a:cubicBezTo>
                      <a:pt x="82286" y="168894"/>
                      <a:pt x="69691" y="177796"/>
                      <a:pt x="55563" y="177796"/>
                    </a:cubicBezTo>
                    <a:cubicBezTo>
                      <a:pt x="41435" y="177796"/>
                      <a:pt x="28840" y="168894"/>
                      <a:pt x="24125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  <a:moveTo>
                      <a:pt x="55563" y="133350"/>
                    </a:moveTo>
                    <a:cubicBezTo>
                      <a:pt x="49425" y="133350"/>
                      <a:pt x="44450" y="138326"/>
                      <a:pt x="44450" y="144463"/>
                    </a:cubicBezTo>
                    <a:cubicBezTo>
                      <a:pt x="44450" y="150600"/>
                      <a:pt x="49425" y="155575"/>
                      <a:pt x="55563" y="155575"/>
                    </a:cubicBezTo>
                    <a:cubicBezTo>
                      <a:pt x="61700" y="155575"/>
                      <a:pt x="66675" y="150600"/>
                      <a:pt x="66675" y="144463"/>
                    </a:cubicBezTo>
                    <a:cubicBezTo>
                      <a:pt x="66675" y="138326"/>
                      <a:pt x="61700" y="133350"/>
                      <a:pt x="55563" y="133350"/>
                    </a:cubicBezTo>
                    <a:moveTo>
                      <a:pt x="166688" y="133350"/>
                    </a:moveTo>
                    <a:cubicBezTo>
                      <a:pt x="160551" y="133350"/>
                      <a:pt x="155575" y="138326"/>
                      <a:pt x="155575" y="144463"/>
                    </a:cubicBezTo>
                    <a:cubicBezTo>
                      <a:pt x="155575" y="150600"/>
                      <a:pt x="160551" y="155575"/>
                      <a:pt x="166688" y="155575"/>
                    </a:cubicBezTo>
                    <a:cubicBezTo>
                      <a:pt x="172825" y="155575"/>
                      <a:pt x="177801" y="150600"/>
                      <a:pt x="177801" y="144463"/>
                    </a:cubicBezTo>
                    <a:cubicBezTo>
                      <a:pt x="177801" y="138326"/>
                      <a:pt x="172825" y="133350"/>
                      <a:pt x="166688" y="133350"/>
                    </a:cubicBezTo>
                    <a:moveTo>
                      <a:pt x="171511" y="33338"/>
                    </a:moveTo>
                    <a:lnTo>
                      <a:pt x="133350" y="33338"/>
                    </a:lnTo>
                    <a:lnTo>
                      <a:pt x="133350" y="66675"/>
                    </a:lnTo>
                    <a:lnTo>
                      <a:pt x="191513" y="666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773168" y="4231958"/>
                <a:ext cx="73096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무료배송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4305300" y="4724400"/>
                <a:ext cx="2476500" cy="533400"/>
              </a:xfrm>
              <a:prstGeom prst="roundRect">
                <a:avLst>
                  <a:gd name="adj" fmla="val 25000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60875" y="4902200"/>
                <a:ext cx="22225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177801">
                    <a:moveTo>
                      <a:pt x="222251" y="66675"/>
                    </a:moveTo>
                    <a:lnTo>
                      <a:pt x="222251" y="133350"/>
                    </a:lnTo>
                    <a:cubicBezTo>
                      <a:pt x="222251" y="157900"/>
                      <a:pt x="202350" y="177801"/>
                      <a:pt x="177801" y="177801"/>
                    </a:cubicBezTo>
                    <a:lnTo>
                      <a:pt x="44450" y="177801"/>
                    </a:lnTo>
                    <a:cubicBezTo>
                      <a:pt x="19901" y="177801"/>
                      <a:pt x="0" y="157900"/>
                      <a:pt x="0" y="133350"/>
                    </a:cubicBezTo>
                    <a:lnTo>
                      <a:pt x="0" y="66675"/>
                    </a:lnTo>
                    <a:lnTo>
                      <a:pt x="222251" y="66675"/>
                    </a:lnTo>
                    <a:close/>
                    <a:moveTo>
                      <a:pt x="55674" y="111125"/>
                    </a:moveTo>
                    <a:lnTo>
                      <a:pt x="55563" y="111125"/>
                    </a:lnTo>
                    <a:cubicBezTo>
                      <a:pt x="51593" y="111145"/>
                      <a:pt x="47935" y="113282"/>
                      <a:pt x="45967" y="116730"/>
                    </a:cubicBezTo>
                    <a:cubicBezTo>
                      <a:pt x="43999" y="120178"/>
                      <a:pt x="44020" y="124414"/>
                      <a:pt x="46022" y="127842"/>
                    </a:cubicBezTo>
                    <a:cubicBezTo>
                      <a:pt x="48025" y="131271"/>
                      <a:pt x="51704" y="133370"/>
                      <a:pt x="55674" y="133350"/>
                    </a:cubicBezTo>
                    <a:cubicBezTo>
                      <a:pt x="61811" y="133350"/>
                      <a:pt x="66786" y="128375"/>
                      <a:pt x="66786" y="122238"/>
                    </a:cubicBezTo>
                    <a:cubicBezTo>
                      <a:pt x="66786" y="116101"/>
                      <a:pt x="61811" y="111125"/>
                      <a:pt x="55674" y="111125"/>
                    </a:cubicBezTo>
                    <a:moveTo>
                      <a:pt x="122238" y="111125"/>
                    </a:moveTo>
                    <a:lnTo>
                      <a:pt x="100013" y="111125"/>
                    </a:lnTo>
                    <a:cubicBezTo>
                      <a:pt x="93876" y="111125"/>
                      <a:pt x="88900" y="116101"/>
                      <a:pt x="88900" y="122238"/>
                    </a:cubicBezTo>
                    <a:cubicBezTo>
                      <a:pt x="88900" y="128375"/>
                      <a:pt x="93876" y="133350"/>
                      <a:pt x="100013" y="133350"/>
                    </a:cubicBezTo>
                    <a:lnTo>
                      <a:pt x="122238" y="133350"/>
                    </a:lnTo>
                    <a:cubicBezTo>
                      <a:pt x="128375" y="133350"/>
                      <a:pt x="133350" y="128375"/>
                      <a:pt x="133350" y="122238"/>
                    </a:cubicBezTo>
                    <a:cubicBezTo>
                      <a:pt x="133350" y="116101"/>
                      <a:pt x="128375" y="111125"/>
                      <a:pt x="122238" y="111125"/>
                    </a:cubicBezTo>
                    <a:close/>
                    <a:moveTo>
                      <a:pt x="177801" y="0"/>
                    </a:moveTo>
                    <a:cubicBezTo>
                      <a:pt x="202350" y="0"/>
                      <a:pt x="222251" y="19901"/>
                      <a:pt x="222251" y="44450"/>
                    </a:cubicBez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1778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773168" y="4879658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모바일 결제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305300" y="5372100"/>
                <a:ext cx="2667000" cy="533400"/>
              </a:xfrm>
              <a:prstGeom prst="roundRect">
                <a:avLst>
                  <a:gd name="adj" fmla="val 25000"/>
                </a:avLst>
              </a:prstGeom>
              <a:solidFill>
                <a:srgbClr val="FCF1DA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4460875" y="5561013"/>
                <a:ext cx="211138" cy="155575"/>
                <a:chOff x="4460875" y="5561013"/>
                <a:chExt cx="211138" cy="1555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4605338" y="5589934"/>
                  <a:ext cx="66675" cy="98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8091">
                      <a:moveTo>
                        <a:pt x="56863" y="249"/>
                      </a:moveTo>
                      <a:cubicBezTo>
                        <a:pt x="54710" y="0"/>
                        <a:pt x="52531" y="386"/>
                        <a:pt x="50595" y="1360"/>
                      </a:cubicBezTo>
                      <a:lnTo>
                        <a:pt x="0" y="26641"/>
                      </a:lnTo>
                      <a:lnTo>
                        <a:pt x="0" y="71091"/>
                      </a:lnTo>
                      <a:lnTo>
                        <a:pt x="50595" y="96372"/>
                      </a:lnTo>
                      <a:cubicBezTo>
                        <a:pt x="54036" y="98091"/>
                        <a:pt x="58120" y="97909"/>
                        <a:pt x="61394" y="95891"/>
                      </a:cubicBezTo>
                      <a:cubicBezTo>
                        <a:pt x="64668" y="93873"/>
                        <a:pt x="66665" y="90306"/>
                        <a:pt x="66675" y="86460"/>
                      </a:cubicBezTo>
                      <a:lnTo>
                        <a:pt x="66675" y="11272"/>
                      </a:lnTo>
                      <a:cubicBezTo>
                        <a:pt x="66669" y="5643"/>
                        <a:pt x="62454" y="907"/>
                        <a:pt x="56863" y="24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460875" y="5561013"/>
                  <a:ext cx="15557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55575">
                      <a:moveTo>
                        <a:pt x="33338" y="0"/>
                      </a:moveTo>
                      <a:cubicBezTo>
                        <a:pt x="15057" y="0"/>
                        <a:pt x="0" y="15057"/>
                        <a:pt x="0" y="33338"/>
                      </a:cubicBezTo>
                      <a:lnTo>
                        <a:pt x="0" y="122238"/>
                      </a:lnTo>
                      <a:cubicBezTo>
                        <a:pt x="0" y="140518"/>
                        <a:pt x="15057" y="155575"/>
                        <a:pt x="33338" y="155575"/>
                      </a:cubicBezTo>
                      <a:lnTo>
                        <a:pt x="122238" y="155575"/>
                      </a:lnTo>
                      <a:cubicBezTo>
                        <a:pt x="140518" y="155575"/>
                        <a:pt x="155575" y="140518"/>
                        <a:pt x="155575" y="122238"/>
                      </a:cubicBezTo>
                      <a:lnTo>
                        <a:pt x="155575" y="33338"/>
                      </a:lnTo>
                      <a:cubicBezTo>
                        <a:pt x="155575" y="15057"/>
                        <a:pt x="140518" y="0"/>
                        <a:pt x="12223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4773168" y="5527358"/>
                <a:ext cx="109645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라이브커머스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34 / 41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2148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사례 분석 : 글로벌 AI 커머스의 주요 사례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651641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Shopee : 동남아 모바일 커머스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4256" y="1920130"/>
            <a:ext cx="4816183" cy="1222718"/>
            <a:chOff x="524256" y="1920130"/>
            <a:chExt cx="4816183" cy="1222718"/>
          </a:xfrm>
        </p:grpSpPr>
        <p:sp>
          <p:nvSpPr>
            <p:cNvPr id="8" name="Freeform 8"/>
            <p:cNvSpPr/>
            <p:nvPr/>
          </p:nvSpPr>
          <p:spPr>
            <a:xfrm>
              <a:off x="562024" y="1920130"/>
              <a:ext cx="266738" cy="292292"/>
            </a:xfrm>
            <a:custGeom>
              <a:avLst/>
              <a:gdLst/>
              <a:ahLst/>
              <a:cxnLst/>
              <a:rect l="l" t="t" r="r" b="b"/>
              <a:pathLst>
                <a:path w="266738" h="292292">
                  <a:moveTo>
                    <a:pt x="219176" y="47427"/>
                  </a:moveTo>
                  <a:cubicBezTo>
                    <a:pt x="265526" y="93771"/>
                    <a:pt x="266738" y="168533"/>
                    <a:pt x="221915" y="216356"/>
                  </a:cubicBezTo>
                  <a:lnTo>
                    <a:pt x="219176" y="219189"/>
                  </a:lnTo>
                  <a:lnTo>
                    <a:pt x="161922" y="276430"/>
                  </a:lnTo>
                  <a:cubicBezTo>
                    <a:pt x="146847" y="291496"/>
                    <a:pt x="122672" y="292292"/>
                    <a:pt x="106638" y="278252"/>
                  </a:cubicBezTo>
                  <a:lnTo>
                    <a:pt x="104695" y="276430"/>
                  </a:lnTo>
                  <a:lnTo>
                    <a:pt x="47427" y="219176"/>
                  </a:lnTo>
                  <a:cubicBezTo>
                    <a:pt x="0" y="171749"/>
                    <a:pt x="0" y="94854"/>
                    <a:pt x="47427" y="47427"/>
                  </a:cubicBezTo>
                  <a:cubicBezTo>
                    <a:pt x="94854" y="0"/>
                    <a:pt x="171749" y="0"/>
                    <a:pt x="219176" y="47427"/>
                  </a:cubicBezTo>
                  <a:close/>
                  <a:moveTo>
                    <a:pt x="133302" y="92820"/>
                  </a:moveTo>
                  <a:cubicBezTo>
                    <a:pt x="110944" y="92820"/>
                    <a:pt x="92820" y="110944"/>
                    <a:pt x="92820" y="133302"/>
                  </a:cubicBezTo>
                  <a:cubicBezTo>
                    <a:pt x="92820" y="155659"/>
                    <a:pt x="110944" y="173783"/>
                    <a:pt x="133302" y="173783"/>
                  </a:cubicBezTo>
                  <a:cubicBezTo>
                    <a:pt x="155659" y="173783"/>
                    <a:pt x="173783" y="155659"/>
                    <a:pt x="173783" y="133302"/>
                  </a:cubicBezTo>
                  <a:cubicBezTo>
                    <a:pt x="173783" y="110944"/>
                    <a:pt x="155659" y="92820"/>
                    <a:pt x="133302" y="9282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9932" y="1945005"/>
              <a:ext cx="271067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Shopee에서 중요한 요소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2491740"/>
              <a:ext cx="277159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글로벌 커머스는 국가마다 다름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018" y="2888932"/>
              <a:ext cx="48154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accent6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미국 고객, 일본 고객, 동남아 고객은 같은 상품도 다르게 봄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3581400"/>
            <a:ext cx="8686800" cy="2971800"/>
            <a:chOff x="533400" y="3581400"/>
            <a:chExt cx="8686800" cy="297180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3581400"/>
              <a:ext cx="4229100" cy="914400"/>
              <a:chOff x="533400" y="3581400"/>
              <a:chExt cx="4229100" cy="914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35814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6448" y="3905911"/>
                <a:ext cx="267422" cy="268465"/>
              </a:xfrm>
              <a:custGeom>
                <a:avLst/>
                <a:gdLst/>
                <a:ahLst/>
                <a:cxnLst/>
                <a:rect l="l" t="t" r="r" b="b"/>
                <a:pathLst>
                  <a:path w="267422" h="268465">
                    <a:moveTo>
                      <a:pt x="190501" y="22707"/>
                    </a:moveTo>
                    <a:cubicBezTo>
                      <a:pt x="243876" y="53523"/>
                      <a:pt x="267422" y="118214"/>
                      <a:pt x="246342" y="176129"/>
                    </a:cubicBezTo>
                    <a:cubicBezTo>
                      <a:pt x="225261" y="234045"/>
                      <a:pt x="165642" y="268465"/>
                      <a:pt x="104946" y="257762"/>
                    </a:cubicBezTo>
                    <a:cubicBezTo>
                      <a:pt x="44250" y="247058"/>
                      <a:pt x="0" y="194321"/>
                      <a:pt x="2" y="132688"/>
                    </a:cubicBezTo>
                    <a:lnTo>
                      <a:pt x="65" y="128574"/>
                    </a:lnTo>
                    <a:cubicBezTo>
                      <a:pt x="1512" y="83958"/>
                      <a:pt x="26276" y="43379"/>
                      <a:pt x="65291" y="21689"/>
                    </a:cubicBezTo>
                    <a:cubicBezTo>
                      <a:pt x="104306" y="0"/>
                      <a:pt x="151844" y="386"/>
                      <a:pt x="190501" y="22707"/>
                    </a:cubicBezTo>
                    <a:close/>
                    <a:moveTo>
                      <a:pt x="127001" y="56489"/>
                    </a:moveTo>
                    <a:cubicBezTo>
                      <a:pt x="119987" y="56489"/>
                      <a:pt x="114301" y="62175"/>
                      <a:pt x="114301" y="69189"/>
                    </a:cubicBezTo>
                    <a:cubicBezTo>
                      <a:pt x="93259" y="69189"/>
                      <a:pt x="76201" y="86247"/>
                      <a:pt x="76201" y="107289"/>
                    </a:cubicBezTo>
                    <a:cubicBezTo>
                      <a:pt x="76201" y="128331"/>
                      <a:pt x="93259" y="145388"/>
                      <a:pt x="114301" y="145388"/>
                    </a:cubicBezTo>
                    <a:lnTo>
                      <a:pt x="114301" y="170788"/>
                    </a:lnTo>
                    <a:cubicBezTo>
                      <a:pt x="110027" y="171016"/>
                      <a:pt x="105914" y="169126"/>
                      <a:pt x="103303" y="165734"/>
                    </a:cubicBezTo>
                    <a:lnTo>
                      <a:pt x="102440" y="164451"/>
                    </a:lnTo>
                    <a:cubicBezTo>
                      <a:pt x="98827" y="158626"/>
                      <a:pt x="91244" y="156718"/>
                      <a:pt x="85306" y="160140"/>
                    </a:cubicBezTo>
                    <a:cubicBezTo>
                      <a:pt x="79367" y="163562"/>
                      <a:pt x="77215" y="171079"/>
                      <a:pt x="80443" y="177126"/>
                    </a:cubicBezTo>
                    <a:cubicBezTo>
                      <a:pt x="87034" y="188556"/>
                      <a:pt x="99069" y="195763"/>
                      <a:pt x="112257" y="196176"/>
                    </a:cubicBezTo>
                    <a:lnTo>
                      <a:pt x="114301" y="196176"/>
                    </a:lnTo>
                    <a:cubicBezTo>
                      <a:pt x="114296" y="202619"/>
                      <a:pt x="119116" y="208046"/>
                      <a:pt x="125515" y="208799"/>
                    </a:cubicBezTo>
                    <a:lnTo>
                      <a:pt x="127001" y="208888"/>
                    </a:lnTo>
                    <a:cubicBezTo>
                      <a:pt x="134015" y="208888"/>
                      <a:pt x="139701" y="203202"/>
                      <a:pt x="139701" y="196188"/>
                    </a:cubicBezTo>
                    <a:lnTo>
                      <a:pt x="141936" y="196125"/>
                    </a:lnTo>
                    <a:cubicBezTo>
                      <a:pt x="162523" y="194935"/>
                      <a:pt x="178427" y="177582"/>
                      <a:pt x="177821" y="156970"/>
                    </a:cubicBezTo>
                    <a:cubicBezTo>
                      <a:pt x="177216" y="136358"/>
                      <a:pt x="160322" y="119969"/>
                      <a:pt x="139701" y="119989"/>
                    </a:cubicBezTo>
                    <a:lnTo>
                      <a:pt x="139701" y="94589"/>
                    </a:lnTo>
                    <a:cubicBezTo>
                      <a:pt x="144248" y="94436"/>
                      <a:pt x="148223" y="96367"/>
                      <a:pt x="150699" y="99643"/>
                    </a:cubicBezTo>
                    <a:lnTo>
                      <a:pt x="151563" y="100926"/>
                    </a:lnTo>
                    <a:cubicBezTo>
                      <a:pt x="155175" y="106751"/>
                      <a:pt x="162758" y="108659"/>
                      <a:pt x="168697" y="105237"/>
                    </a:cubicBezTo>
                    <a:cubicBezTo>
                      <a:pt x="174636" y="101815"/>
                      <a:pt x="176788" y="94298"/>
                      <a:pt x="173559" y="88251"/>
                    </a:cubicBezTo>
                    <a:cubicBezTo>
                      <a:pt x="166972" y="76816"/>
                      <a:pt x="154936" y="69604"/>
                      <a:pt x="141746" y="69189"/>
                    </a:cubicBezTo>
                    <a:lnTo>
                      <a:pt x="139701" y="69189"/>
                    </a:lnTo>
                    <a:cubicBezTo>
                      <a:pt x="139701" y="62175"/>
                      <a:pt x="134015" y="56489"/>
                      <a:pt x="127001" y="56489"/>
                    </a:cubicBezTo>
                    <a:close/>
                    <a:moveTo>
                      <a:pt x="139701" y="145388"/>
                    </a:moveTo>
                    <a:cubicBezTo>
                      <a:pt x="146715" y="145388"/>
                      <a:pt x="152401" y="151074"/>
                      <a:pt x="152401" y="158088"/>
                    </a:cubicBezTo>
                    <a:cubicBezTo>
                      <a:pt x="152401" y="165102"/>
                      <a:pt x="146715" y="170788"/>
                      <a:pt x="139701" y="170788"/>
                    </a:cubicBezTo>
                    <a:lnTo>
                      <a:pt x="139701" y="145388"/>
                    </a:lnTo>
                    <a:close/>
                    <a:moveTo>
                      <a:pt x="114301" y="94589"/>
                    </a:moveTo>
                    <a:lnTo>
                      <a:pt x="114301" y="119989"/>
                    </a:lnTo>
                    <a:cubicBezTo>
                      <a:pt x="107287" y="119989"/>
                      <a:pt x="101601" y="114303"/>
                      <a:pt x="101601" y="107289"/>
                    </a:cubicBezTo>
                    <a:cubicBezTo>
                      <a:pt x="101601" y="100275"/>
                      <a:pt x="107287" y="94589"/>
                      <a:pt x="114301" y="945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29106" y="3920490"/>
                <a:ext cx="105637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가격 경쟁력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991100" y="3581400"/>
              <a:ext cx="4229100" cy="914400"/>
              <a:chOff x="4991100" y="3581400"/>
              <a:chExt cx="4229100" cy="914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991100" y="35814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264150" y="3937000"/>
                <a:ext cx="253999" cy="203195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03195">
                    <a:moveTo>
                      <a:pt x="139700" y="0"/>
                    </a:moveTo>
                    <a:cubicBezTo>
                      <a:pt x="146714" y="0"/>
                      <a:pt x="152400" y="5686"/>
                      <a:pt x="152400" y="12700"/>
                    </a:cubicBezTo>
                    <a:lnTo>
                      <a:pt x="203199" y="12700"/>
                    </a:lnTo>
                    <a:cubicBezTo>
                      <a:pt x="207073" y="12700"/>
                      <a:pt x="210734" y="14468"/>
                      <a:pt x="213144" y="17501"/>
                    </a:cubicBezTo>
                    <a:lnTo>
                      <a:pt x="214083" y="18872"/>
                    </a:lnTo>
                    <a:lnTo>
                      <a:pt x="252183" y="82372"/>
                    </a:lnTo>
                    <a:lnTo>
                      <a:pt x="252882" y="83680"/>
                    </a:lnTo>
                    <a:lnTo>
                      <a:pt x="253390" y="85039"/>
                    </a:lnTo>
                    <a:lnTo>
                      <a:pt x="253758" y="86423"/>
                    </a:lnTo>
                    <a:lnTo>
                      <a:pt x="253961" y="87820"/>
                    </a:lnTo>
                    <a:lnTo>
                      <a:pt x="253999" y="88900"/>
                    </a:lnTo>
                    <a:lnTo>
                      <a:pt x="253999" y="165100"/>
                    </a:lnTo>
                    <a:cubicBezTo>
                      <a:pt x="253999" y="172114"/>
                      <a:pt x="248313" y="177800"/>
                      <a:pt x="241299" y="177800"/>
                    </a:cubicBezTo>
                    <a:lnTo>
                      <a:pt x="226428" y="177800"/>
                    </a:lnTo>
                    <a:cubicBezTo>
                      <a:pt x="221040" y="193020"/>
                      <a:pt x="206646" y="203195"/>
                      <a:pt x="190500" y="203195"/>
                    </a:cubicBezTo>
                    <a:cubicBezTo>
                      <a:pt x="174353" y="203195"/>
                      <a:pt x="159959" y="193020"/>
                      <a:pt x="154571" y="177800"/>
                    </a:cubicBezTo>
                    <a:lnTo>
                      <a:pt x="99428" y="177800"/>
                    </a:lnTo>
                    <a:cubicBezTo>
                      <a:pt x="94040" y="193020"/>
                      <a:pt x="79646" y="203195"/>
                      <a:pt x="63500" y="203195"/>
                    </a:cubicBezTo>
                    <a:cubicBezTo>
                      <a:pt x="47354" y="203195"/>
                      <a:pt x="32959" y="193020"/>
                      <a:pt x="27572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  <a:moveTo>
                      <a:pt x="63500" y="152400"/>
                    </a:moveTo>
                    <a:cubicBezTo>
                      <a:pt x="56486" y="152400"/>
                      <a:pt x="50800" y="158086"/>
                      <a:pt x="50800" y="165100"/>
                    </a:cubicBezTo>
                    <a:cubicBezTo>
                      <a:pt x="50800" y="172114"/>
                      <a:pt x="56486" y="177800"/>
                      <a:pt x="63500" y="177800"/>
                    </a:cubicBezTo>
                    <a:cubicBezTo>
                      <a:pt x="70514" y="177800"/>
                      <a:pt x="76200" y="172114"/>
                      <a:pt x="76200" y="165100"/>
                    </a:cubicBezTo>
                    <a:cubicBezTo>
                      <a:pt x="76200" y="158086"/>
                      <a:pt x="70514" y="152400"/>
                      <a:pt x="63500" y="152400"/>
                    </a:cubicBezTo>
                    <a:moveTo>
                      <a:pt x="190500" y="152400"/>
                    </a:moveTo>
                    <a:cubicBezTo>
                      <a:pt x="183486" y="152400"/>
                      <a:pt x="177800" y="158086"/>
                      <a:pt x="177800" y="165100"/>
                    </a:cubicBezTo>
                    <a:cubicBezTo>
                      <a:pt x="177800" y="172114"/>
                      <a:pt x="183486" y="177800"/>
                      <a:pt x="190500" y="177800"/>
                    </a:cubicBezTo>
                    <a:cubicBezTo>
                      <a:pt x="197514" y="177800"/>
                      <a:pt x="203199" y="172114"/>
                      <a:pt x="203199" y="165100"/>
                    </a:cubicBezTo>
                    <a:cubicBezTo>
                      <a:pt x="203199" y="158086"/>
                      <a:pt x="197514" y="152400"/>
                      <a:pt x="190500" y="152400"/>
                    </a:cubicBezTo>
                    <a:moveTo>
                      <a:pt x="196011" y="38100"/>
                    </a:moveTo>
                    <a:lnTo>
                      <a:pt x="152400" y="38100"/>
                    </a:lnTo>
                    <a:lnTo>
                      <a:pt x="152400" y="76200"/>
                    </a:lnTo>
                    <a:lnTo>
                      <a:pt x="218871" y="762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686806" y="3920490"/>
                <a:ext cx="59631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배송비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33400" y="4610100"/>
              <a:ext cx="4229100" cy="914400"/>
              <a:chOff x="533400" y="4610100"/>
              <a:chExt cx="4229100" cy="9144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33400" y="46101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6591" y="4940440"/>
                <a:ext cx="253972" cy="253973"/>
              </a:xfrm>
              <a:custGeom>
                <a:avLst/>
                <a:gdLst/>
                <a:ahLst/>
                <a:cxnLst/>
                <a:rect l="l" t="t" r="r" b="b"/>
                <a:pathLst>
                  <a:path w="253972" h="253973">
                    <a:moveTo>
                      <a:pt x="126986" y="0"/>
                    </a:moveTo>
                    <a:cubicBezTo>
                      <a:pt x="137806" y="0"/>
                      <a:pt x="148169" y="4318"/>
                      <a:pt x="155777" y="11963"/>
                    </a:cubicBezTo>
                    <a:lnTo>
                      <a:pt x="164641" y="20828"/>
                    </a:lnTo>
                    <a:cubicBezTo>
                      <a:pt x="167493" y="23664"/>
                      <a:pt x="171351" y="25257"/>
                      <a:pt x="175373" y="25260"/>
                    </a:cubicBezTo>
                    <a:lnTo>
                      <a:pt x="188073" y="25260"/>
                    </a:lnTo>
                    <a:cubicBezTo>
                      <a:pt x="210517" y="25260"/>
                      <a:pt x="228713" y="43455"/>
                      <a:pt x="228713" y="65900"/>
                    </a:cubicBezTo>
                    <a:lnTo>
                      <a:pt x="228713" y="78600"/>
                    </a:lnTo>
                    <a:cubicBezTo>
                      <a:pt x="228713" y="82613"/>
                      <a:pt x="230313" y="86474"/>
                      <a:pt x="233119" y="89306"/>
                    </a:cubicBezTo>
                    <a:lnTo>
                      <a:pt x="241984" y="98171"/>
                    </a:lnTo>
                    <a:cubicBezTo>
                      <a:pt x="249650" y="105794"/>
                      <a:pt x="253962" y="116158"/>
                      <a:pt x="253967" y="126969"/>
                    </a:cubicBezTo>
                    <a:cubicBezTo>
                      <a:pt x="253972" y="137780"/>
                      <a:pt x="249668" y="148148"/>
                      <a:pt x="242009" y="155778"/>
                    </a:cubicBezTo>
                    <a:lnTo>
                      <a:pt x="233145" y="164642"/>
                    </a:lnTo>
                    <a:cubicBezTo>
                      <a:pt x="230309" y="167495"/>
                      <a:pt x="228716" y="171352"/>
                      <a:pt x="228713" y="175374"/>
                    </a:cubicBezTo>
                    <a:lnTo>
                      <a:pt x="228713" y="188074"/>
                    </a:lnTo>
                    <a:cubicBezTo>
                      <a:pt x="228713" y="210519"/>
                      <a:pt x="210517" y="228714"/>
                      <a:pt x="188073" y="228714"/>
                    </a:cubicBezTo>
                    <a:lnTo>
                      <a:pt x="175373" y="228714"/>
                    </a:lnTo>
                    <a:cubicBezTo>
                      <a:pt x="171363" y="228717"/>
                      <a:pt x="167517" y="230301"/>
                      <a:pt x="164667" y="233121"/>
                    </a:cubicBezTo>
                    <a:lnTo>
                      <a:pt x="155802" y="241985"/>
                    </a:lnTo>
                    <a:cubicBezTo>
                      <a:pt x="148179" y="249651"/>
                      <a:pt x="137815" y="253963"/>
                      <a:pt x="127004" y="253968"/>
                    </a:cubicBezTo>
                    <a:cubicBezTo>
                      <a:pt x="116193" y="253973"/>
                      <a:pt x="105825" y="249670"/>
                      <a:pt x="98195" y="242011"/>
                    </a:cubicBezTo>
                    <a:lnTo>
                      <a:pt x="89330" y="233146"/>
                    </a:lnTo>
                    <a:cubicBezTo>
                      <a:pt x="86478" y="230310"/>
                      <a:pt x="82621" y="228717"/>
                      <a:pt x="78599" y="228714"/>
                    </a:cubicBezTo>
                    <a:lnTo>
                      <a:pt x="65899" y="228714"/>
                    </a:lnTo>
                    <a:cubicBezTo>
                      <a:pt x="43454" y="228714"/>
                      <a:pt x="25259" y="210519"/>
                      <a:pt x="25259" y="188074"/>
                    </a:cubicBezTo>
                    <a:lnTo>
                      <a:pt x="25259" y="175374"/>
                    </a:lnTo>
                    <a:cubicBezTo>
                      <a:pt x="25256" y="171364"/>
                      <a:pt x="23672" y="167518"/>
                      <a:pt x="20852" y="164668"/>
                    </a:cubicBezTo>
                    <a:lnTo>
                      <a:pt x="11988" y="155803"/>
                    </a:lnTo>
                    <a:cubicBezTo>
                      <a:pt x="4322" y="148180"/>
                      <a:pt x="10" y="137816"/>
                      <a:pt x="5" y="127005"/>
                    </a:cubicBezTo>
                    <a:cubicBezTo>
                      <a:pt x="0" y="116194"/>
                      <a:pt x="4303" y="105826"/>
                      <a:pt x="11962" y="98196"/>
                    </a:cubicBezTo>
                    <a:lnTo>
                      <a:pt x="20827" y="89332"/>
                    </a:lnTo>
                    <a:cubicBezTo>
                      <a:pt x="23662" y="86479"/>
                      <a:pt x="25256" y="82622"/>
                      <a:pt x="25259" y="78600"/>
                    </a:cubicBezTo>
                    <a:lnTo>
                      <a:pt x="25259" y="65900"/>
                    </a:lnTo>
                    <a:lnTo>
                      <a:pt x="25323" y="63589"/>
                    </a:lnTo>
                    <a:cubicBezTo>
                      <a:pt x="26548" y="42076"/>
                      <a:pt x="44351" y="25259"/>
                      <a:pt x="65899" y="25260"/>
                    </a:cubicBezTo>
                    <a:lnTo>
                      <a:pt x="78599" y="25260"/>
                    </a:lnTo>
                    <a:cubicBezTo>
                      <a:pt x="82608" y="25257"/>
                      <a:pt x="86455" y="23673"/>
                      <a:pt x="89305" y="20853"/>
                    </a:cubicBezTo>
                    <a:lnTo>
                      <a:pt x="98170" y="11989"/>
                    </a:lnTo>
                    <a:cubicBezTo>
                      <a:pt x="105796" y="4316"/>
                      <a:pt x="116168" y="2"/>
                      <a:pt x="126986" y="0"/>
                    </a:cubicBezTo>
                    <a:moveTo>
                      <a:pt x="158609" y="139560"/>
                    </a:moveTo>
                    <a:cubicBezTo>
                      <a:pt x="148088" y="139560"/>
                      <a:pt x="139559" y="148089"/>
                      <a:pt x="139559" y="158610"/>
                    </a:cubicBezTo>
                    <a:cubicBezTo>
                      <a:pt x="139559" y="169131"/>
                      <a:pt x="148088" y="177660"/>
                      <a:pt x="158609" y="177660"/>
                    </a:cubicBezTo>
                    <a:cubicBezTo>
                      <a:pt x="169130" y="177660"/>
                      <a:pt x="177659" y="169131"/>
                      <a:pt x="177659" y="158610"/>
                    </a:cubicBezTo>
                    <a:cubicBezTo>
                      <a:pt x="177659" y="148089"/>
                      <a:pt x="169130" y="139560"/>
                      <a:pt x="158609" y="139560"/>
                    </a:cubicBezTo>
                    <a:moveTo>
                      <a:pt x="173938" y="79781"/>
                    </a:moveTo>
                    <a:cubicBezTo>
                      <a:pt x="168978" y="74823"/>
                      <a:pt x="160939" y="74823"/>
                      <a:pt x="155980" y="79781"/>
                    </a:cubicBezTo>
                    <a:lnTo>
                      <a:pt x="79780" y="155981"/>
                    </a:lnTo>
                    <a:cubicBezTo>
                      <a:pt x="74967" y="160964"/>
                      <a:pt x="75036" y="168885"/>
                      <a:pt x="79935" y="173784"/>
                    </a:cubicBezTo>
                    <a:cubicBezTo>
                      <a:pt x="84833" y="178683"/>
                      <a:pt x="92755" y="178752"/>
                      <a:pt x="97738" y="173939"/>
                    </a:cubicBezTo>
                    <a:lnTo>
                      <a:pt x="173938" y="97739"/>
                    </a:lnTo>
                    <a:cubicBezTo>
                      <a:pt x="178895" y="92780"/>
                      <a:pt x="178895" y="84741"/>
                      <a:pt x="173938" y="79781"/>
                    </a:cubicBezTo>
                    <a:moveTo>
                      <a:pt x="95109" y="76060"/>
                    </a:moveTo>
                    <a:cubicBezTo>
                      <a:pt x="84588" y="76060"/>
                      <a:pt x="76059" y="84589"/>
                      <a:pt x="76059" y="95110"/>
                    </a:cubicBezTo>
                    <a:cubicBezTo>
                      <a:pt x="76059" y="105631"/>
                      <a:pt x="84588" y="114160"/>
                      <a:pt x="95109" y="114160"/>
                    </a:cubicBezTo>
                    <a:cubicBezTo>
                      <a:pt x="105630" y="114160"/>
                      <a:pt x="114159" y="105631"/>
                      <a:pt x="114159" y="95110"/>
                    </a:cubicBezTo>
                    <a:cubicBezTo>
                      <a:pt x="114159" y="84589"/>
                      <a:pt x="105630" y="76060"/>
                      <a:pt x="95109" y="7606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9106" y="4949190"/>
                <a:ext cx="145392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쿠폰과 프로모션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991100" y="4610100"/>
              <a:ext cx="4229100" cy="914400"/>
              <a:chOff x="4991100" y="4610100"/>
              <a:chExt cx="4229100" cy="9144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991100" y="46101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302249" y="4940299"/>
                <a:ext cx="177802" cy="254002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54002">
                    <a:moveTo>
                      <a:pt x="139701" y="1"/>
                    </a:moveTo>
                    <a:cubicBezTo>
                      <a:pt x="159875" y="0"/>
                      <a:pt x="176554" y="15726"/>
                      <a:pt x="177737" y="35866"/>
                    </a:cubicBezTo>
                    <a:lnTo>
                      <a:pt x="177801" y="38101"/>
                    </a:lnTo>
                    <a:lnTo>
                      <a:pt x="177801" y="215901"/>
                    </a:lnTo>
                    <a:cubicBezTo>
                      <a:pt x="177802" y="236075"/>
                      <a:pt x="162076" y="252753"/>
                      <a:pt x="141936" y="253937"/>
                    </a:cubicBezTo>
                    <a:lnTo>
                      <a:pt x="139701" y="254000"/>
                    </a:lnTo>
                    <a:lnTo>
                      <a:pt x="38101" y="254000"/>
                    </a:lnTo>
                    <a:cubicBezTo>
                      <a:pt x="17926" y="254002"/>
                      <a:pt x="1248" y="238276"/>
                      <a:pt x="65" y="218136"/>
                    </a:cubicBezTo>
                    <a:lnTo>
                      <a:pt x="1" y="215901"/>
                    </a:lnTo>
                    <a:lnTo>
                      <a:pt x="1" y="38101"/>
                    </a:lnTo>
                    <a:cubicBezTo>
                      <a:pt x="0" y="17926"/>
                      <a:pt x="15726" y="1248"/>
                      <a:pt x="35866" y="65"/>
                    </a:cubicBezTo>
                    <a:lnTo>
                      <a:pt x="38101" y="1"/>
                    </a:lnTo>
                    <a:lnTo>
                      <a:pt x="139701" y="1"/>
                    </a:lnTo>
                    <a:close/>
                    <a:moveTo>
                      <a:pt x="88901" y="177801"/>
                    </a:moveTo>
                    <a:cubicBezTo>
                      <a:pt x="82462" y="177802"/>
                      <a:pt x="77043" y="182620"/>
                      <a:pt x="76290" y="189015"/>
                    </a:cubicBezTo>
                    <a:lnTo>
                      <a:pt x="76201" y="190501"/>
                    </a:lnTo>
                    <a:lnTo>
                      <a:pt x="76290" y="192114"/>
                    </a:lnTo>
                    <a:cubicBezTo>
                      <a:pt x="77050" y="198502"/>
                      <a:pt x="82467" y="203313"/>
                      <a:pt x="88901" y="203313"/>
                    </a:cubicBezTo>
                    <a:cubicBezTo>
                      <a:pt x="95335" y="203313"/>
                      <a:pt x="100752" y="198502"/>
                      <a:pt x="101512" y="192114"/>
                    </a:cubicBezTo>
                    <a:lnTo>
                      <a:pt x="101601" y="190628"/>
                    </a:lnTo>
                    <a:lnTo>
                      <a:pt x="101512" y="189015"/>
                    </a:lnTo>
                    <a:cubicBezTo>
                      <a:pt x="100759" y="182620"/>
                      <a:pt x="95339" y="177802"/>
                      <a:pt x="88901" y="177801"/>
                    </a:cubicBezTo>
                    <a:close/>
                    <a:moveTo>
                      <a:pt x="101601" y="25401"/>
                    </a:moveTo>
                    <a:lnTo>
                      <a:pt x="76201" y="25401"/>
                    </a:lnTo>
                    <a:lnTo>
                      <a:pt x="74715" y="25490"/>
                    </a:lnTo>
                    <a:cubicBezTo>
                      <a:pt x="68326" y="26250"/>
                      <a:pt x="63515" y="31667"/>
                      <a:pt x="63515" y="38101"/>
                    </a:cubicBezTo>
                    <a:cubicBezTo>
                      <a:pt x="63515" y="44535"/>
                      <a:pt x="68326" y="49952"/>
                      <a:pt x="74715" y="50712"/>
                    </a:cubicBezTo>
                    <a:lnTo>
                      <a:pt x="76201" y="50801"/>
                    </a:lnTo>
                    <a:lnTo>
                      <a:pt x="101601" y="50801"/>
                    </a:lnTo>
                    <a:lnTo>
                      <a:pt x="103087" y="50712"/>
                    </a:lnTo>
                    <a:cubicBezTo>
                      <a:pt x="109475" y="49952"/>
                      <a:pt x="114287" y="44535"/>
                      <a:pt x="114287" y="38101"/>
                    </a:cubicBezTo>
                    <a:cubicBezTo>
                      <a:pt x="114287" y="31667"/>
                      <a:pt x="109475" y="26250"/>
                      <a:pt x="103087" y="25490"/>
                    </a:cubicBezTo>
                    <a:lnTo>
                      <a:pt x="101601" y="2540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686806" y="4949190"/>
                <a:ext cx="125515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모바일 친화성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33400" y="5638800"/>
              <a:ext cx="4229100" cy="914400"/>
              <a:chOff x="533400" y="5638800"/>
              <a:chExt cx="4229100" cy="9144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33400" y="56388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806450" y="6007100"/>
                <a:ext cx="241300" cy="177800"/>
                <a:chOff x="806450" y="6007100"/>
                <a:chExt cx="241300" cy="1778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971550" y="6040153"/>
                  <a:ext cx="76200" cy="112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12104">
                      <a:moveTo>
                        <a:pt x="64986" y="284"/>
                      </a:moveTo>
                      <a:cubicBezTo>
                        <a:pt x="62525" y="0"/>
                        <a:pt x="60036" y="441"/>
                        <a:pt x="57823" y="1554"/>
                      </a:cubicBezTo>
                      <a:lnTo>
                        <a:pt x="0" y="30447"/>
                      </a:lnTo>
                      <a:lnTo>
                        <a:pt x="0" y="81246"/>
                      </a:lnTo>
                      <a:lnTo>
                        <a:pt x="57823" y="110139"/>
                      </a:lnTo>
                      <a:cubicBezTo>
                        <a:pt x="61755" y="112104"/>
                        <a:pt x="66423" y="111896"/>
                        <a:pt x="70164" y="109589"/>
                      </a:cubicBezTo>
                      <a:cubicBezTo>
                        <a:pt x="73906" y="107283"/>
                        <a:pt x="76189" y="103206"/>
                        <a:pt x="76200" y="98811"/>
                      </a:cubicBezTo>
                      <a:lnTo>
                        <a:pt x="76200" y="12883"/>
                      </a:lnTo>
                      <a:cubicBezTo>
                        <a:pt x="76193" y="6449"/>
                        <a:pt x="71375" y="1037"/>
                        <a:pt x="64986" y="2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06450" y="600710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38100" y="0"/>
                      </a:moveTo>
                      <a:cubicBezTo>
                        <a:pt x="17208" y="0"/>
                        <a:pt x="0" y="17208"/>
                        <a:pt x="0" y="38100"/>
                      </a:cubicBezTo>
                      <a:lnTo>
                        <a:pt x="0" y="139700"/>
                      </a:lnTo>
                      <a:cubicBezTo>
                        <a:pt x="0" y="160591"/>
                        <a:pt x="17208" y="177800"/>
                        <a:pt x="38100" y="177800"/>
                      </a:cubicBezTo>
                      <a:lnTo>
                        <a:pt x="139700" y="177800"/>
                      </a:lnTo>
                      <a:cubicBezTo>
                        <a:pt x="160591" y="177800"/>
                        <a:pt x="177800" y="160591"/>
                        <a:pt x="177800" y="139700"/>
                      </a:cubicBezTo>
                      <a:lnTo>
                        <a:pt x="177800" y="38100"/>
                      </a:lnTo>
                      <a:cubicBezTo>
                        <a:pt x="177800" y="17208"/>
                        <a:pt x="160591" y="0"/>
                        <a:pt x="1397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229106" y="5977890"/>
                <a:ext cx="119263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라이브커머스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4991100" y="5638800"/>
              <a:ext cx="4229100" cy="914400"/>
              <a:chOff x="4991100" y="5638800"/>
              <a:chExt cx="4229100" cy="9144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991100" y="5638800"/>
                <a:ext cx="422910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5263277" y="5969330"/>
                <a:ext cx="255728" cy="253326"/>
                <a:chOff x="5263277" y="5969330"/>
                <a:chExt cx="255728" cy="253326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5400433" y="6146799"/>
                  <a:ext cx="107112" cy="7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12" h="75857">
                      <a:moveTo>
                        <a:pt x="107112" y="0"/>
                      </a:moveTo>
                      <a:cubicBezTo>
                        <a:pt x="88254" y="43206"/>
                        <a:pt x="47015" y="72411"/>
                        <a:pt x="0" y="75857"/>
                      </a:cubicBezTo>
                      <a:cubicBezTo>
                        <a:pt x="3252" y="75082"/>
                        <a:pt x="6068" y="73056"/>
                        <a:pt x="7836" y="70218"/>
                      </a:cubicBezTo>
                      <a:cubicBezTo>
                        <a:pt x="21335" y="48594"/>
                        <a:pt x="31122" y="24865"/>
                        <a:pt x="36792" y="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274754" y="6146799"/>
                  <a:ext cx="107099" cy="7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99" h="75857">
                      <a:moveTo>
                        <a:pt x="70320" y="0"/>
                      </a:moveTo>
                      <a:cubicBezTo>
                        <a:pt x="75987" y="24861"/>
                        <a:pt x="85774" y="48599"/>
                        <a:pt x="99276" y="70231"/>
                      </a:cubicBezTo>
                      <a:cubicBezTo>
                        <a:pt x="101043" y="73061"/>
                        <a:pt x="103853" y="75082"/>
                        <a:pt x="107099" y="75857"/>
                      </a:cubicBezTo>
                      <a:cubicBezTo>
                        <a:pt x="60088" y="72406"/>
                        <a:pt x="18856" y="43202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371211" y="6146799"/>
                  <a:ext cx="39878" cy="49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78" h="49327">
                      <a:moveTo>
                        <a:pt x="39878" y="0"/>
                      </a:moveTo>
                      <a:cubicBezTo>
                        <a:pt x="35422" y="17245"/>
                        <a:pt x="28718" y="33829"/>
                        <a:pt x="19939" y="49327"/>
                      </a:cubicBezTo>
                      <a:cubicBezTo>
                        <a:pt x="11160" y="33829"/>
                        <a:pt x="4456" y="17245"/>
                        <a:pt x="0" y="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263277" y="6070600"/>
                  <a:ext cx="77504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04" h="50800">
                      <a:moveTo>
                        <a:pt x="77504" y="0"/>
                      </a:moveTo>
                      <a:cubicBezTo>
                        <a:pt x="75617" y="16881"/>
                        <a:pt x="75617" y="33919"/>
                        <a:pt x="77504" y="50800"/>
                      </a:cubicBezTo>
                      <a:lnTo>
                        <a:pt x="3438" y="50800"/>
                      </a:lnTo>
                      <a:cubicBezTo>
                        <a:pt x="9" y="34041"/>
                        <a:pt x="0" y="16762"/>
                        <a:pt x="341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364234" y="6070600"/>
                  <a:ext cx="53831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31" h="50800">
                      <a:moveTo>
                        <a:pt x="51706" y="0"/>
                      </a:moveTo>
                      <a:cubicBezTo>
                        <a:pt x="53831" y="16867"/>
                        <a:pt x="53831" y="33933"/>
                        <a:pt x="51706" y="50800"/>
                      </a:cubicBezTo>
                      <a:lnTo>
                        <a:pt x="2125" y="50800"/>
                      </a:lnTo>
                      <a:cubicBezTo>
                        <a:pt x="0" y="33933"/>
                        <a:pt x="0" y="16867"/>
                        <a:pt x="21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441518" y="6070600"/>
                  <a:ext cx="77487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87" h="50800">
                      <a:moveTo>
                        <a:pt x="74092" y="0"/>
                      </a:moveTo>
                      <a:cubicBezTo>
                        <a:pt x="77487" y="16764"/>
                        <a:pt x="77478" y="34039"/>
                        <a:pt x="74066" y="50800"/>
                      </a:cubicBezTo>
                      <a:lnTo>
                        <a:pt x="0" y="50800"/>
                      </a:lnTo>
                      <a:cubicBezTo>
                        <a:pt x="1892" y="33922"/>
                        <a:pt x="1892" y="16891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274716" y="5969343"/>
                  <a:ext cx="107124" cy="7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4" h="75857">
                      <a:moveTo>
                        <a:pt x="107124" y="0"/>
                      </a:moveTo>
                      <a:cubicBezTo>
                        <a:pt x="103881" y="781"/>
                        <a:pt x="101076" y="2806"/>
                        <a:pt x="99314" y="5639"/>
                      </a:cubicBezTo>
                      <a:cubicBezTo>
                        <a:pt x="85814" y="27266"/>
                        <a:pt x="76027" y="51000"/>
                        <a:pt x="70358" y="75857"/>
                      </a:cubicBezTo>
                      <a:lnTo>
                        <a:pt x="0" y="75857"/>
                      </a:lnTo>
                      <a:cubicBezTo>
                        <a:pt x="18691" y="33080"/>
                        <a:pt x="59323" y="3987"/>
                        <a:pt x="105842" y="7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371211" y="5995873"/>
                  <a:ext cx="39878" cy="49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78" h="49339">
                      <a:moveTo>
                        <a:pt x="19939" y="0"/>
                      </a:moveTo>
                      <a:cubicBezTo>
                        <a:pt x="28719" y="15501"/>
                        <a:pt x="35423" y="32090"/>
                        <a:pt x="39878" y="49339"/>
                      </a:cubicBezTo>
                      <a:lnTo>
                        <a:pt x="0" y="49339"/>
                      </a:lnTo>
                      <a:cubicBezTo>
                        <a:pt x="4318" y="32614"/>
                        <a:pt x="10795" y="16319"/>
                        <a:pt x="19431" y="8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400459" y="5969330"/>
                  <a:ext cx="107124" cy="75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4" h="75870">
                      <a:moveTo>
                        <a:pt x="0" y="0"/>
                      </a:moveTo>
                      <a:cubicBezTo>
                        <a:pt x="47013" y="3472"/>
                        <a:pt x="88245" y="32674"/>
                        <a:pt x="107124" y="75870"/>
                      </a:cubicBezTo>
                      <a:lnTo>
                        <a:pt x="36766" y="75870"/>
                      </a:lnTo>
                      <a:cubicBezTo>
                        <a:pt x="31099" y="51008"/>
                        <a:pt x="21312" y="27270"/>
                        <a:pt x="7810" y="5639"/>
                      </a:cubicBezTo>
                      <a:cubicBezTo>
                        <a:pt x="6283" y="3191"/>
                        <a:pt x="3967" y="1337"/>
                        <a:pt x="1245" y="38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5686806" y="5977890"/>
                <a:ext cx="151644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현지 언어와 문화</a:t>
                </a:r>
              </a:p>
            </p:txBody>
          </p:sp>
        </p:grpSp>
      </p:grpSp>
      <p:sp>
        <p:nvSpPr>
          <p:cNvPr id="49" name="TextBox 49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35 / 41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27304" y="6957060"/>
            <a:ext cx="246221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 분석 : 글로벌 AI 커머스의 주요 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" cy="73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394177" y="914400"/>
            <a:ext cx="2654573" cy="27699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8000" b="1" dirty="0">
                <a:solidFill>
                  <a:srgbClr val="F1E2DB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04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200" y="2076450"/>
            <a:ext cx="4650126" cy="3371850"/>
            <a:chOff x="838200" y="2076450"/>
            <a:chExt cx="4650126" cy="3371850"/>
          </a:xfrm>
        </p:grpSpPr>
        <p:sp>
          <p:nvSpPr>
            <p:cNvPr id="4" name="Ellipse 4"/>
            <p:cNvSpPr/>
            <p:nvPr/>
          </p:nvSpPr>
          <p:spPr>
            <a:xfrm>
              <a:off x="838200" y="207645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1092196" y="2289175"/>
              <a:ext cx="330210" cy="412751"/>
            </a:xfrm>
            <a:custGeom>
              <a:avLst/>
              <a:gdLst/>
              <a:ahLst/>
              <a:cxnLst/>
              <a:rect l="l" t="t" r="r" b="b"/>
              <a:pathLst>
                <a:path w="330210" h="412751">
                  <a:moveTo>
                    <a:pt x="288868" y="44783"/>
                  </a:moveTo>
                  <a:cubicBezTo>
                    <a:pt x="313641" y="53512"/>
                    <a:pt x="330210" y="76922"/>
                    <a:pt x="330205" y="103188"/>
                  </a:cubicBezTo>
                  <a:lnTo>
                    <a:pt x="330205" y="350838"/>
                  </a:lnTo>
                  <a:cubicBezTo>
                    <a:pt x="330205" y="385031"/>
                    <a:pt x="302486" y="412751"/>
                    <a:pt x="268292" y="412751"/>
                  </a:cubicBezTo>
                  <a:lnTo>
                    <a:pt x="61917" y="412751"/>
                  </a:lnTo>
                  <a:cubicBezTo>
                    <a:pt x="27724" y="412751"/>
                    <a:pt x="5" y="385031"/>
                    <a:pt x="5" y="350838"/>
                  </a:cubicBezTo>
                  <a:lnTo>
                    <a:pt x="5" y="103188"/>
                  </a:lnTo>
                  <a:cubicBezTo>
                    <a:pt x="0" y="76922"/>
                    <a:pt x="16569" y="53512"/>
                    <a:pt x="41341" y="44783"/>
                  </a:cubicBezTo>
                  <a:cubicBezTo>
                    <a:pt x="43221" y="88975"/>
                    <a:pt x="79598" y="123832"/>
                    <a:pt x="123830" y="123825"/>
                  </a:cubicBezTo>
                  <a:lnTo>
                    <a:pt x="206380" y="123825"/>
                  </a:lnTo>
                  <a:cubicBezTo>
                    <a:pt x="248753" y="123829"/>
                    <a:pt x="284248" y="91750"/>
                    <a:pt x="288517" y="49592"/>
                  </a:cubicBezTo>
                  <a:close/>
                  <a:moveTo>
                    <a:pt x="103399" y="268288"/>
                  </a:moveTo>
                  <a:lnTo>
                    <a:pt x="103192" y="268288"/>
                  </a:lnTo>
                  <a:cubicBezTo>
                    <a:pt x="92273" y="268300"/>
                    <a:pt x="83253" y="276816"/>
                    <a:pt x="82613" y="287716"/>
                  </a:cubicBezTo>
                  <a:cubicBezTo>
                    <a:pt x="81973" y="298616"/>
                    <a:pt x="89935" y="308129"/>
                    <a:pt x="100778" y="309419"/>
                  </a:cubicBezTo>
                  <a:lnTo>
                    <a:pt x="103399" y="309563"/>
                  </a:lnTo>
                  <a:cubicBezTo>
                    <a:pt x="114796" y="309563"/>
                    <a:pt x="124036" y="300323"/>
                    <a:pt x="124036" y="288925"/>
                  </a:cubicBezTo>
                  <a:cubicBezTo>
                    <a:pt x="124036" y="277528"/>
                    <a:pt x="114796" y="268288"/>
                    <a:pt x="103399" y="268288"/>
                  </a:cubicBezTo>
                  <a:moveTo>
                    <a:pt x="227017" y="268288"/>
                  </a:moveTo>
                  <a:lnTo>
                    <a:pt x="185742" y="268288"/>
                  </a:lnTo>
                  <a:cubicBezTo>
                    <a:pt x="174344" y="268288"/>
                    <a:pt x="165105" y="277528"/>
                    <a:pt x="165105" y="288925"/>
                  </a:cubicBezTo>
                  <a:cubicBezTo>
                    <a:pt x="165105" y="300323"/>
                    <a:pt x="174344" y="309563"/>
                    <a:pt x="185742" y="309563"/>
                  </a:cubicBezTo>
                  <a:lnTo>
                    <a:pt x="227017" y="309563"/>
                  </a:lnTo>
                  <a:cubicBezTo>
                    <a:pt x="238415" y="309563"/>
                    <a:pt x="247655" y="300323"/>
                    <a:pt x="247655" y="288925"/>
                  </a:cubicBezTo>
                  <a:cubicBezTo>
                    <a:pt x="247655" y="277528"/>
                    <a:pt x="238415" y="268288"/>
                    <a:pt x="227017" y="268288"/>
                  </a:cubicBezTo>
                  <a:moveTo>
                    <a:pt x="103399" y="185738"/>
                  </a:moveTo>
                  <a:lnTo>
                    <a:pt x="103192" y="185738"/>
                  </a:lnTo>
                  <a:cubicBezTo>
                    <a:pt x="92273" y="185750"/>
                    <a:pt x="83253" y="194265"/>
                    <a:pt x="82613" y="205166"/>
                  </a:cubicBezTo>
                  <a:cubicBezTo>
                    <a:pt x="81973" y="216066"/>
                    <a:pt x="89935" y="225579"/>
                    <a:pt x="100778" y="226868"/>
                  </a:cubicBezTo>
                  <a:lnTo>
                    <a:pt x="103399" y="227013"/>
                  </a:lnTo>
                  <a:cubicBezTo>
                    <a:pt x="114796" y="227013"/>
                    <a:pt x="124036" y="217773"/>
                    <a:pt x="124036" y="206375"/>
                  </a:cubicBezTo>
                  <a:cubicBezTo>
                    <a:pt x="124036" y="194978"/>
                    <a:pt x="114796" y="185738"/>
                    <a:pt x="103399" y="185738"/>
                  </a:cubicBezTo>
                  <a:moveTo>
                    <a:pt x="227017" y="185738"/>
                  </a:moveTo>
                  <a:lnTo>
                    <a:pt x="185742" y="185738"/>
                  </a:lnTo>
                  <a:cubicBezTo>
                    <a:pt x="174344" y="185738"/>
                    <a:pt x="165105" y="194978"/>
                    <a:pt x="165105" y="206375"/>
                  </a:cubicBezTo>
                  <a:cubicBezTo>
                    <a:pt x="165105" y="217773"/>
                    <a:pt x="174344" y="227013"/>
                    <a:pt x="185742" y="227013"/>
                  </a:cubicBezTo>
                  <a:lnTo>
                    <a:pt x="227017" y="227013"/>
                  </a:lnTo>
                  <a:cubicBezTo>
                    <a:pt x="238415" y="227013"/>
                    <a:pt x="247655" y="217773"/>
                    <a:pt x="247655" y="206375"/>
                  </a:cubicBezTo>
                  <a:cubicBezTo>
                    <a:pt x="247655" y="194978"/>
                    <a:pt x="238415" y="185738"/>
                    <a:pt x="227017" y="185738"/>
                  </a:cubicBezTo>
                  <a:moveTo>
                    <a:pt x="206380" y="0"/>
                  </a:moveTo>
                  <a:cubicBezTo>
                    <a:pt x="229175" y="0"/>
                    <a:pt x="247655" y="18479"/>
                    <a:pt x="247655" y="41275"/>
                  </a:cubicBezTo>
                  <a:cubicBezTo>
                    <a:pt x="247655" y="64071"/>
                    <a:pt x="229175" y="82550"/>
                    <a:pt x="206380" y="82550"/>
                  </a:cubicBezTo>
                  <a:lnTo>
                    <a:pt x="123830" y="82550"/>
                  </a:lnTo>
                  <a:cubicBezTo>
                    <a:pt x="101034" y="82550"/>
                    <a:pt x="82555" y="64071"/>
                    <a:pt x="82555" y="41275"/>
                  </a:cubicBezTo>
                  <a:cubicBezTo>
                    <a:pt x="82555" y="18479"/>
                    <a:pt x="101034" y="0"/>
                    <a:pt x="123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7250" y="3166110"/>
              <a:ext cx="12246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7250" y="3851910"/>
              <a:ext cx="355225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해외에 팔고 싶은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7250" y="4537710"/>
              <a:ext cx="463107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42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상품 또는 서비스 선정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95350" y="5334000"/>
              <a:ext cx="14287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36 / 41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9233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: 해외에 팔고 싶은 상품 또는 서비스 선정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3946593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나의 글로벌 AI 커머스 아이템 찾기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4256" y="1977390"/>
            <a:ext cx="5123197" cy="762774"/>
            <a:chOff x="524256" y="1977390"/>
            <a:chExt cx="5123197" cy="762774"/>
          </a:xfrm>
        </p:grpSpPr>
        <p:sp>
          <p:nvSpPr>
            <p:cNvPr id="8" name="TextBox 8"/>
            <p:cNvSpPr txBox="1"/>
            <p:nvPr/>
          </p:nvSpPr>
          <p:spPr>
            <a:xfrm>
              <a:off x="524256" y="1977390"/>
              <a:ext cx="51231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앞으로 15주 동안 분석할 상품 또는 서비스를 하나 선정함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62142" y="2478912"/>
              <a:ext cx="221289" cy="198772"/>
              <a:chOff x="562142" y="2478912"/>
              <a:chExt cx="221289" cy="19877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62142" y="2478912"/>
                <a:ext cx="73621" cy="55897"/>
              </a:xfrm>
              <a:custGeom>
                <a:avLst/>
                <a:gdLst/>
                <a:ahLst/>
                <a:cxnLst/>
                <a:rect l="l" t="t" r="r" b="b"/>
                <a:pathLst>
                  <a:path w="73621" h="55897">
                    <a:moveTo>
                      <a:pt x="68973" y="4648"/>
                    </a:moveTo>
                    <a:cubicBezTo>
                      <a:pt x="73621" y="9297"/>
                      <a:pt x="73621" y="16834"/>
                      <a:pt x="68973" y="21483"/>
                    </a:cubicBezTo>
                    <a:lnTo>
                      <a:pt x="39207" y="51249"/>
                    </a:lnTo>
                    <a:cubicBezTo>
                      <a:pt x="34558" y="55897"/>
                      <a:pt x="27021" y="55897"/>
                      <a:pt x="22372" y="51249"/>
                    </a:cubicBezTo>
                    <a:lnTo>
                      <a:pt x="4512" y="33390"/>
                    </a:lnTo>
                    <a:cubicBezTo>
                      <a:pt x="0" y="28718"/>
                      <a:pt x="65" y="21292"/>
                      <a:pt x="4657" y="16699"/>
                    </a:cubicBezTo>
                    <a:cubicBezTo>
                      <a:pt x="9250" y="12107"/>
                      <a:pt x="16676" y="12042"/>
                      <a:pt x="21348" y="16554"/>
                    </a:cubicBezTo>
                    <a:lnTo>
                      <a:pt x="30789" y="25996"/>
                    </a:lnTo>
                    <a:lnTo>
                      <a:pt x="52137" y="4648"/>
                    </a:lnTo>
                    <a:cubicBezTo>
                      <a:pt x="56787" y="0"/>
                      <a:pt x="64323" y="0"/>
                      <a:pt x="68973" y="464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62142" y="2550350"/>
                <a:ext cx="73621" cy="55897"/>
              </a:xfrm>
              <a:custGeom>
                <a:avLst/>
                <a:gdLst/>
                <a:ahLst/>
                <a:cxnLst/>
                <a:rect l="l" t="t" r="r" b="b"/>
                <a:pathLst>
                  <a:path w="73621" h="55897">
                    <a:moveTo>
                      <a:pt x="68973" y="4648"/>
                    </a:moveTo>
                    <a:cubicBezTo>
                      <a:pt x="73621" y="9297"/>
                      <a:pt x="73621" y="16834"/>
                      <a:pt x="68973" y="21483"/>
                    </a:cubicBezTo>
                    <a:lnTo>
                      <a:pt x="39207" y="51249"/>
                    </a:lnTo>
                    <a:cubicBezTo>
                      <a:pt x="34558" y="55897"/>
                      <a:pt x="27021" y="55897"/>
                      <a:pt x="22372" y="51249"/>
                    </a:cubicBezTo>
                    <a:lnTo>
                      <a:pt x="4512" y="33390"/>
                    </a:lnTo>
                    <a:cubicBezTo>
                      <a:pt x="0" y="28718"/>
                      <a:pt x="65" y="21292"/>
                      <a:pt x="4657" y="16699"/>
                    </a:cubicBezTo>
                    <a:cubicBezTo>
                      <a:pt x="9250" y="12107"/>
                      <a:pt x="16676" y="12042"/>
                      <a:pt x="21348" y="16554"/>
                    </a:cubicBezTo>
                    <a:lnTo>
                      <a:pt x="30789" y="25996"/>
                    </a:lnTo>
                    <a:lnTo>
                      <a:pt x="52137" y="4648"/>
                    </a:lnTo>
                    <a:cubicBezTo>
                      <a:pt x="56787" y="0"/>
                      <a:pt x="64323" y="0"/>
                      <a:pt x="68973" y="464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62142" y="2621787"/>
                <a:ext cx="73621" cy="55897"/>
              </a:xfrm>
              <a:custGeom>
                <a:avLst/>
                <a:gdLst/>
                <a:ahLst/>
                <a:cxnLst/>
                <a:rect l="l" t="t" r="r" b="b"/>
                <a:pathLst>
                  <a:path w="73621" h="55897">
                    <a:moveTo>
                      <a:pt x="68973" y="4648"/>
                    </a:moveTo>
                    <a:cubicBezTo>
                      <a:pt x="73621" y="9297"/>
                      <a:pt x="73621" y="16834"/>
                      <a:pt x="68973" y="21483"/>
                    </a:cubicBezTo>
                    <a:lnTo>
                      <a:pt x="39207" y="51249"/>
                    </a:lnTo>
                    <a:cubicBezTo>
                      <a:pt x="34558" y="55897"/>
                      <a:pt x="27021" y="55897"/>
                      <a:pt x="22372" y="51249"/>
                    </a:cubicBezTo>
                    <a:lnTo>
                      <a:pt x="4512" y="33390"/>
                    </a:lnTo>
                    <a:cubicBezTo>
                      <a:pt x="0" y="28718"/>
                      <a:pt x="65" y="21292"/>
                      <a:pt x="4657" y="16699"/>
                    </a:cubicBezTo>
                    <a:cubicBezTo>
                      <a:pt x="9250" y="12107"/>
                      <a:pt x="16676" y="12042"/>
                      <a:pt x="21348" y="16554"/>
                    </a:cubicBezTo>
                    <a:lnTo>
                      <a:pt x="30789" y="25996"/>
                    </a:lnTo>
                    <a:lnTo>
                      <a:pt x="52137" y="4648"/>
                    </a:lnTo>
                    <a:cubicBezTo>
                      <a:pt x="56787" y="0"/>
                      <a:pt x="64323" y="0"/>
                      <a:pt x="68973" y="464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52462" y="2497931"/>
                <a:ext cx="130969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812">
                    <a:moveTo>
                      <a:pt x="130969" y="11906"/>
                    </a:moveTo>
                    <a:cubicBezTo>
                      <a:pt x="130969" y="18482"/>
                      <a:pt x="125638" y="23812"/>
                      <a:pt x="119062" y="23812"/>
                    </a:cubicBezTo>
                    <a:lnTo>
                      <a:pt x="11906" y="23812"/>
                    </a:lnTo>
                    <a:cubicBezTo>
                      <a:pt x="5331" y="23812"/>
                      <a:pt x="0" y="18482"/>
                      <a:pt x="0" y="11906"/>
                    </a:cubicBezTo>
                    <a:cubicBezTo>
                      <a:pt x="0" y="5331"/>
                      <a:pt x="5331" y="0"/>
                      <a:pt x="11906" y="0"/>
                    </a:cubicBezTo>
                    <a:lnTo>
                      <a:pt x="119062" y="0"/>
                    </a:lnTo>
                    <a:cubicBezTo>
                      <a:pt x="125638" y="0"/>
                      <a:pt x="130969" y="5331"/>
                      <a:pt x="130969" y="11906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52462" y="2569369"/>
                <a:ext cx="130969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812">
                    <a:moveTo>
                      <a:pt x="130969" y="11906"/>
                    </a:moveTo>
                    <a:cubicBezTo>
                      <a:pt x="130969" y="18482"/>
                      <a:pt x="125638" y="23812"/>
                      <a:pt x="119062" y="23812"/>
                    </a:cubicBezTo>
                    <a:lnTo>
                      <a:pt x="11906" y="23812"/>
                    </a:lnTo>
                    <a:cubicBezTo>
                      <a:pt x="5331" y="23812"/>
                      <a:pt x="0" y="18482"/>
                      <a:pt x="0" y="11906"/>
                    </a:cubicBezTo>
                    <a:cubicBezTo>
                      <a:pt x="0" y="5331"/>
                      <a:pt x="5331" y="0"/>
                      <a:pt x="11906" y="0"/>
                    </a:cubicBezTo>
                    <a:lnTo>
                      <a:pt x="119062" y="0"/>
                    </a:lnTo>
                    <a:cubicBezTo>
                      <a:pt x="125638" y="0"/>
                      <a:pt x="130969" y="5331"/>
                      <a:pt x="130969" y="11906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2462" y="2640806"/>
                <a:ext cx="130969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812">
                    <a:moveTo>
                      <a:pt x="130969" y="11906"/>
                    </a:moveTo>
                    <a:cubicBezTo>
                      <a:pt x="130969" y="18482"/>
                      <a:pt x="125638" y="23812"/>
                      <a:pt x="119062" y="23812"/>
                    </a:cubicBezTo>
                    <a:lnTo>
                      <a:pt x="11906" y="23812"/>
                    </a:lnTo>
                    <a:cubicBezTo>
                      <a:pt x="5331" y="23812"/>
                      <a:pt x="0" y="18482"/>
                      <a:pt x="0" y="11906"/>
                    </a:cubicBezTo>
                    <a:cubicBezTo>
                      <a:pt x="0" y="5331"/>
                      <a:pt x="5331" y="0"/>
                      <a:pt x="11906" y="0"/>
                    </a:cubicBezTo>
                    <a:lnTo>
                      <a:pt x="119062" y="0"/>
                    </a:lnTo>
                    <a:cubicBezTo>
                      <a:pt x="125638" y="0"/>
                      <a:pt x="130969" y="5331"/>
                      <a:pt x="130969" y="11906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24306" y="2463165"/>
              <a:ext cx="178253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다음 중 하나를 선택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2971800"/>
            <a:ext cx="8686800" cy="3619500"/>
            <a:chOff x="533400" y="2971800"/>
            <a:chExt cx="8686800" cy="3619500"/>
          </a:xfrm>
        </p:grpSpPr>
        <p:grpSp>
          <p:nvGrpSpPr>
            <p:cNvPr id="21" name="Group 21"/>
            <p:cNvGrpSpPr/>
            <p:nvPr/>
          </p:nvGrpSpPr>
          <p:grpSpPr>
            <a:xfrm>
              <a:off x="533400" y="2971800"/>
              <a:ext cx="4229100" cy="819150"/>
              <a:chOff x="533400" y="2971800"/>
              <a:chExt cx="4229100" cy="8191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2971800"/>
                <a:ext cx="42291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762000" y="324802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86256" y="3272790"/>
                <a:ext cx="217527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실제 판매하고 싶은 상품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991100" y="2971800"/>
              <a:ext cx="4229100" cy="819150"/>
              <a:chOff x="4991100" y="2971800"/>
              <a:chExt cx="4229100" cy="8191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991100" y="2971800"/>
                <a:ext cx="42291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219700" y="324802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743956" y="3272790"/>
                <a:ext cx="177773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현재 관심 있는 상품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905250"/>
              <a:ext cx="4229100" cy="819150"/>
              <a:chOff x="533400" y="3905250"/>
              <a:chExt cx="4229100" cy="8191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33400" y="3905250"/>
                <a:ext cx="42291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762000" y="418147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86256" y="4206240"/>
                <a:ext cx="177773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내가 잘 아는 상품군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991100" y="3905250"/>
              <a:ext cx="4229100" cy="819150"/>
              <a:chOff x="4991100" y="3905250"/>
              <a:chExt cx="4229100" cy="8191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991100" y="3905250"/>
                <a:ext cx="42291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219700" y="418147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743956" y="4206240"/>
                <a:ext cx="217527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한국적 특성이 있는 상품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33400" y="4838700"/>
              <a:ext cx="4229100" cy="819150"/>
              <a:chOff x="533400" y="4838700"/>
              <a:chExt cx="4229100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33400" y="4838700"/>
                <a:ext cx="42291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762000" y="511492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86256" y="5139690"/>
                <a:ext cx="277159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온라인으로 판매 가능한 서비스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991100" y="4838700"/>
              <a:ext cx="4229100" cy="819150"/>
              <a:chOff x="4991100" y="4838700"/>
              <a:chExt cx="4229100" cy="8191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4991100" y="4838700"/>
                <a:ext cx="42291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5219700" y="511492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743956" y="5139690"/>
                <a:ext cx="23740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디지털 콘텐츠 또는 템플릿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33400" y="5772150"/>
              <a:ext cx="4229100" cy="819150"/>
              <a:chOff x="533400" y="5772150"/>
              <a:chExt cx="4229100" cy="8191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33400" y="5772150"/>
                <a:ext cx="42291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762000" y="6048375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86256" y="6073140"/>
                <a:ext cx="23740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80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창업 아이디어 수준의 상품</a:t>
                </a:r>
              </a:p>
            </p:txBody>
          </p:sp>
        </p:grpSp>
      </p:grpSp>
      <p:sp>
        <p:nvSpPr>
          <p:cNvPr id="47" name="TextBox 47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37 / 41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7304" y="6957060"/>
            <a:ext cx="276197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실습 : 해외에 팔고 싶은 상품 또는 서비스 선정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9233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: 해외에 팔고 싶은 상품 또는 서비스 선정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080424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예시 상품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2019300"/>
            <a:ext cx="4229100" cy="1409700"/>
            <a:chOff x="533400" y="2019300"/>
            <a:chExt cx="4229100" cy="1409700"/>
          </a:xfrm>
        </p:grpSpPr>
        <p:sp>
          <p:nvSpPr>
            <p:cNvPr id="8" name="Rectangle 8"/>
            <p:cNvSpPr/>
            <p:nvPr/>
          </p:nvSpPr>
          <p:spPr>
            <a:xfrm>
              <a:off x="533400" y="2019300"/>
              <a:ext cx="4229100" cy="140970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03544" y="2302938"/>
              <a:ext cx="265369" cy="251875"/>
              <a:chOff x="803544" y="2302938"/>
              <a:chExt cx="265369" cy="2518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83457" y="2464863"/>
                <a:ext cx="85456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85456" h="89950">
                    <a:moveTo>
                      <a:pt x="13494" y="58469"/>
                    </a:moveTo>
                    <a:cubicBezTo>
                      <a:pt x="6041" y="58469"/>
                      <a:pt x="0" y="52427"/>
                      <a:pt x="0" y="44975"/>
                    </a:cubicBezTo>
                    <a:cubicBezTo>
                      <a:pt x="0" y="37522"/>
                      <a:pt x="6041" y="31481"/>
                      <a:pt x="13494" y="31481"/>
                    </a:cubicBezTo>
                    <a:cubicBezTo>
                      <a:pt x="20946" y="31481"/>
                      <a:pt x="26988" y="25440"/>
                      <a:pt x="26988" y="17987"/>
                    </a:cubicBezTo>
                    <a:cubicBezTo>
                      <a:pt x="26988" y="0"/>
                      <a:pt x="53975" y="0"/>
                      <a:pt x="53975" y="17987"/>
                    </a:cubicBezTo>
                    <a:cubicBezTo>
                      <a:pt x="53975" y="25440"/>
                      <a:pt x="60016" y="31481"/>
                      <a:pt x="67469" y="31481"/>
                    </a:cubicBezTo>
                    <a:cubicBezTo>
                      <a:pt x="85456" y="31481"/>
                      <a:pt x="85456" y="58469"/>
                      <a:pt x="67469" y="58469"/>
                    </a:cubicBezTo>
                    <a:cubicBezTo>
                      <a:pt x="60016" y="58469"/>
                      <a:pt x="53975" y="64510"/>
                      <a:pt x="53975" y="71962"/>
                    </a:cubicBezTo>
                    <a:cubicBezTo>
                      <a:pt x="53975" y="89950"/>
                      <a:pt x="26988" y="89950"/>
                      <a:pt x="26988" y="71962"/>
                    </a:cubicBezTo>
                    <a:cubicBezTo>
                      <a:pt x="26988" y="64510"/>
                      <a:pt x="20946" y="58469"/>
                      <a:pt x="13494" y="5846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3544" y="2329925"/>
                <a:ext cx="197900" cy="193406"/>
              </a:xfrm>
              <a:custGeom>
                <a:avLst/>
                <a:gdLst/>
                <a:ahLst/>
                <a:cxnLst/>
                <a:rect l="l" t="t" r="r" b="b"/>
                <a:pathLst>
                  <a:path w="197900" h="193406">
                    <a:moveTo>
                      <a:pt x="17987" y="85456"/>
                    </a:moveTo>
                    <a:cubicBezTo>
                      <a:pt x="55249" y="85456"/>
                      <a:pt x="85456" y="55249"/>
                      <a:pt x="85456" y="17987"/>
                    </a:cubicBezTo>
                    <a:cubicBezTo>
                      <a:pt x="85456" y="0"/>
                      <a:pt x="112444" y="0"/>
                      <a:pt x="112444" y="17987"/>
                    </a:cubicBezTo>
                    <a:cubicBezTo>
                      <a:pt x="112444" y="55249"/>
                      <a:pt x="142651" y="85456"/>
                      <a:pt x="179913" y="85456"/>
                    </a:cubicBezTo>
                    <a:cubicBezTo>
                      <a:pt x="197900" y="85456"/>
                      <a:pt x="197900" y="112444"/>
                      <a:pt x="179913" y="112444"/>
                    </a:cubicBezTo>
                    <a:cubicBezTo>
                      <a:pt x="142651" y="112444"/>
                      <a:pt x="112444" y="142651"/>
                      <a:pt x="112444" y="179913"/>
                    </a:cubicBezTo>
                    <a:cubicBezTo>
                      <a:pt x="112444" y="187365"/>
                      <a:pt x="106402" y="193406"/>
                      <a:pt x="98950" y="193406"/>
                    </a:cubicBezTo>
                    <a:cubicBezTo>
                      <a:pt x="91497" y="193406"/>
                      <a:pt x="85456" y="187365"/>
                      <a:pt x="85456" y="179913"/>
                    </a:cubicBezTo>
                    <a:cubicBezTo>
                      <a:pt x="85456" y="142651"/>
                      <a:pt x="55249" y="112444"/>
                      <a:pt x="17987" y="112444"/>
                    </a:cubicBezTo>
                    <a:cubicBezTo>
                      <a:pt x="0" y="112444"/>
                      <a:pt x="0" y="85456"/>
                      <a:pt x="17987" y="85456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3457" y="2302938"/>
                <a:ext cx="85456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85456" h="89950">
                    <a:moveTo>
                      <a:pt x="13494" y="58469"/>
                    </a:moveTo>
                    <a:cubicBezTo>
                      <a:pt x="6041" y="58469"/>
                      <a:pt x="0" y="52427"/>
                      <a:pt x="0" y="44975"/>
                    </a:cubicBezTo>
                    <a:cubicBezTo>
                      <a:pt x="0" y="37522"/>
                      <a:pt x="6041" y="31481"/>
                      <a:pt x="13494" y="31481"/>
                    </a:cubicBezTo>
                    <a:cubicBezTo>
                      <a:pt x="20946" y="31481"/>
                      <a:pt x="26988" y="25440"/>
                      <a:pt x="26988" y="17987"/>
                    </a:cubicBezTo>
                    <a:cubicBezTo>
                      <a:pt x="26988" y="0"/>
                      <a:pt x="53975" y="0"/>
                      <a:pt x="53975" y="17987"/>
                    </a:cubicBezTo>
                    <a:cubicBezTo>
                      <a:pt x="53975" y="25440"/>
                      <a:pt x="60016" y="31481"/>
                      <a:pt x="67469" y="31481"/>
                    </a:cubicBezTo>
                    <a:cubicBezTo>
                      <a:pt x="85456" y="31481"/>
                      <a:pt x="85456" y="58469"/>
                      <a:pt x="67469" y="58469"/>
                    </a:cubicBezTo>
                    <a:cubicBezTo>
                      <a:pt x="60016" y="58469"/>
                      <a:pt x="53975" y="64510"/>
                      <a:pt x="53975" y="71962"/>
                    </a:cubicBezTo>
                    <a:cubicBezTo>
                      <a:pt x="53975" y="89950"/>
                      <a:pt x="26988" y="89950"/>
                      <a:pt x="26988" y="71962"/>
                    </a:cubicBezTo>
                    <a:cubicBezTo>
                      <a:pt x="26988" y="64510"/>
                      <a:pt x="20946" y="58469"/>
                      <a:pt x="13494" y="5846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09294" y="2304098"/>
              <a:ext cx="69570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K-뷰티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2668" y="2927032"/>
              <a:ext cx="282449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마스크팩, 선크림, 저자극 스킨케어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91100" y="2019300"/>
            <a:ext cx="4229100" cy="1409700"/>
            <a:chOff x="4991100" y="2019300"/>
            <a:chExt cx="4229100" cy="1409700"/>
          </a:xfrm>
        </p:grpSpPr>
        <p:sp>
          <p:nvSpPr>
            <p:cNvPr id="16" name="Rectangle 16"/>
            <p:cNvSpPr/>
            <p:nvPr/>
          </p:nvSpPr>
          <p:spPr>
            <a:xfrm>
              <a:off x="4991100" y="2019300"/>
              <a:ext cx="4229100" cy="140970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265738" y="2293533"/>
              <a:ext cx="269876" cy="270280"/>
            </a:xfrm>
            <a:custGeom>
              <a:avLst/>
              <a:gdLst/>
              <a:ahLst/>
              <a:cxnLst/>
              <a:rect l="l" t="t" r="r" b="b"/>
              <a:pathLst>
                <a:path w="269876" h="270280">
                  <a:moveTo>
                    <a:pt x="121444" y="162330"/>
                  </a:moveTo>
                  <a:lnTo>
                    <a:pt x="121444" y="270280"/>
                  </a:lnTo>
                  <a:lnTo>
                    <a:pt x="67469" y="270280"/>
                  </a:lnTo>
                  <a:cubicBezTo>
                    <a:pt x="45112" y="270280"/>
                    <a:pt x="26988" y="252156"/>
                    <a:pt x="26988" y="229799"/>
                  </a:cubicBezTo>
                  <a:lnTo>
                    <a:pt x="26988" y="175824"/>
                  </a:lnTo>
                  <a:cubicBezTo>
                    <a:pt x="26988" y="168372"/>
                    <a:pt x="33029" y="162330"/>
                    <a:pt x="40481" y="162330"/>
                  </a:cubicBezTo>
                  <a:lnTo>
                    <a:pt x="121444" y="162330"/>
                  </a:lnTo>
                  <a:close/>
                  <a:moveTo>
                    <a:pt x="229394" y="162330"/>
                  </a:moveTo>
                  <a:cubicBezTo>
                    <a:pt x="236847" y="162330"/>
                    <a:pt x="242888" y="168372"/>
                    <a:pt x="242888" y="175824"/>
                  </a:cubicBezTo>
                  <a:lnTo>
                    <a:pt x="242888" y="229799"/>
                  </a:lnTo>
                  <a:cubicBezTo>
                    <a:pt x="242888" y="252156"/>
                    <a:pt x="224764" y="270280"/>
                    <a:pt x="202407" y="270280"/>
                  </a:cubicBezTo>
                  <a:lnTo>
                    <a:pt x="148432" y="270280"/>
                  </a:lnTo>
                  <a:lnTo>
                    <a:pt x="148432" y="162330"/>
                  </a:lnTo>
                  <a:lnTo>
                    <a:pt x="229394" y="162330"/>
                  </a:lnTo>
                  <a:close/>
                  <a:moveTo>
                    <a:pt x="195660" y="405"/>
                  </a:moveTo>
                  <a:cubicBezTo>
                    <a:pt x="211856" y="401"/>
                    <a:pt x="226924" y="8697"/>
                    <a:pt x="235582" y="22384"/>
                  </a:cubicBezTo>
                  <a:cubicBezTo>
                    <a:pt x="244241" y="36071"/>
                    <a:pt x="245282" y="53241"/>
                    <a:pt x="238341" y="67874"/>
                  </a:cubicBezTo>
                  <a:lnTo>
                    <a:pt x="242888" y="67874"/>
                  </a:lnTo>
                  <a:cubicBezTo>
                    <a:pt x="257793" y="67874"/>
                    <a:pt x="269876" y="79956"/>
                    <a:pt x="269876" y="94861"/>
                  </a:cubicBezTo>
                  <a:lnTo>
                    <a:pt x="269876" y="108355"/>
                  </a:lnTo>
                  <a:cubicBezTo>
                    <a:pt x="269876" y="123260"/>
                    <a:pt x="257793" y="135343"/>
                    <a:pt x="242888" y="135343"/>
                  </a:cubicBezTo>
                  <a:lnTo>
                    <a:pt x="148432" y="135343"/>
                  </a:lnTo>
                  <a:lnTo>
                    <a:pt x="148432" y="67874"/>
                  </a:lnTo>
                  <a:lnTo>
                    <a:pt x="121444" y="67874"/>
                  </a:lnTo>
                  <a:lnTo>
                    <a:pt x="121444" y="135343"/>
                  </a:lnTo>
                  <a:lnTo>
                    <a:pt x="26988" y="135343"/>
                  </a:lnTo>
                  <a:cubicBezTo>
                    <a:pt x="12083" y="135343"/>
                    <a:pt x="0" y="123260"/>
                    <a:pt x="0" y="108355"/>
                  </a:cubicBezTo>
                  <a:lnTo>
                    <a:pt x="0" y="94861"/>
                  </a:lnTo>
                  <a:cubicBezTo>
                    <a:pt x="0" y="79956"/>
                    <a:pt x="12083" y="67874"/>
                    <a:pt x="26988" y="67874"/>
                  </a:cubicBezTo>
                  <a:lnTo>
                    <a:pt x="31535" y="67874"/>
                  </a:lnTo>
                  <a:cubicBezTo>
                    <a:pt x="28532" y="61549"/>
                    <a:pt x="26978" y="54634"/>
                    <a:pt x="26988" y="47633"/>
                  </a:cubicBezTo>
                  <a:cubicBezTo>
                    <a:pt x="26988" y="21550"/>
                    <a:pt x="48132" y="405"/>
                    <a:pt x="73986" y="405"/>
                  </a:cubicBezTo>
                  <a:cubicBezTo>
                    <a:pt x="97668" y="0"/>
                    <a:pt x="118678" y="15140"/>
                    <a:pt x="133103" y="39996"/>
                  </a:cubicBezTo>
                  <a:lnTo>
                    <a:pt x="134938" y="43275"/>
                  </a:lnTo>
                  <a:cubicBezTo>
                    <a:pt x="148877" y="17447"/>
                    <a:pt x="169482" y="1255"/>
                    <a:pt x="192840" y="432"/>
                  </a:cubicBezTo>
                  <a:lnTo>
                    <a:pt x="195660" y="405"/>
                  </a:lnTo>
                  <a:close/>
                  <a:moveTo>
                    <a:pt x="74216" y="27392"/>
                  </a:moveTo>
                  <a:cubicBezTo>
                    <a:pt x="63037" y="27392"/>
                    <a:pt x="53975" y="36454"/>
                    <a:pt x="53975" y="47633"/>
                  </a:cubicBezTo>
                  <a:cubicBezTo>
                    <a:pt x="53975" y="58812"/>
                    <a:pt x="63037" y="67874"/>
                    <a:pt x="74216" y="67874"/>
                  </a:cubicBezTo>
                  <a:lnTo>
                    <a:pt x="116627" y="67874"/>
                  </a:lnTo>
                  <a:cubicBezTo>
                    <a:pt x="106628" y="42168"/>
                    <a:pt x="90327" y="27123"/>
                    <a:pt x="74216" y="27392"/>
                  </a:cubicBezTo>
                  <a:close/>
                  <a:moveTo>
                    <a:pt x="195430" y="27392"/>
                  </a:moveTo>
                  <a:cubicBezTo>
                    <a:pt x="179508" y="27123"/>
                    <a:pt x="163248" y="42182"/>
                    <a:pt x="153249" y="67874"/>
                  </a:cubicBezTo>
                  <a:lnTo>
                    <a:pt x="195660" y="67874"/>
                  </a:lnTo>
                  <a:cubicBezTo>
                    <a:pt x="206838" y="67810"/>
                    <a:pt x="215849" y="58697"/>
                    <a:pt x="215786" y="47518"/>
                  </a:cubicBezTo>
                  <a:cubicBezTo>
                    <a:pt x="215722" y="36340"/>
                    <a:pt x="206609" y="27329"/>
                    <a:pt x="195430" y="273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66994" y="2304098"/>
              <a:ext cx="43281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식품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30368" y="2927032"/>
              <a:ext cx="209352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김부각, 전통차, 건강 간식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3657600"/>
            <a:ext cx="4229100" cy="1409700"/>
            <a:chOff x="533400" y="3657600"/>
            <a:chExt cx="4229100" cy="1409700"/>
          </a:xfrm>
        </p:grpSpPr>
        <p:sp>
          <p:nvSpPr>
            <p:cNvPr id="21" name="Rectangle 21"/>
            <p:cNvSpPr/>
            <p:nvPr/>
          </p:nvSpPr>
          <p:spPr>
            <a:xfrm>
              <a:off x="533400" y="3657600"/>
              <a:ext cx="4229100" cy="140970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3490" y="3930924"/>
              <a:ext cx="278970" cy="271190"/>
            </a:xfrm>
            <a:custGeom>
              <a:avLst/>
              <a:gdLst/>
              <a:ahLst/>
              <a:cxnLst/>
              <a:rect l="l" t="t" r="r" b="b"/>
              <a:pathLst>
                <a:path w="278970" h="271190">
                  <a:moveTo>
                    <a:pt x="149025" y="5268"/>
                  </a:moveTo>
                  <a:lnTo>
                    <a:pt x="270469" y="126712"/>
                  </a:lnTo>
                  <a:cubicBezTo>
                    <a:pt x="278970" y="135213"/>
                    <a:pt x="272952" y="149746"/>
                    <a:pt x="260929" y="149746"/>
                  </a:cubicBezTo>
                  <a:lnTo>
                    <a:pt x="247435" y="149746"/>
                  </a:lnTo>
                  <a:lnTo>
                    <a:pt x="247435" y="230708"/>
                  </a:lnTo>
                  <a:cubicBezTo>
                    <a:pt x="247435" y="253066"/>
                    <a:pt x="229311" y="271190"/>
                    <a:pt x="206954" y="271190"/>
                  </a:cubicBezTo>
                  <a:lnTo>
                    <a:pt x="193460" y="271190"/>
                  </a:lnTo>
                  <a:lnTo>
                    <a:pt x="193460" y="176733"/>
                  </a:lnTo>
                  <a:cubicBezTo>
                    <a:pt x="193462" y="155298"/>
                    <a:pt x="176753" y="137577"/>
                    <a:pt x="155354" y="136319"/>
                  </a:cubicBezTo>
                  <a:lnTo>
                    <a:pt x="152979" y="136252"/>
                  </a:lnTo>
                  <a:lnTo>
                    <a:pt x="125991" y="136252"/>
                  </a:lnTo>
                  <a:cubicBezTo>
                    <a:pt x="103634" y="136252"/>
                    <a:pt x="85510" y="154376"/>
                    <a:pt x="85510" y="176733"/>
                  </a:cubicBezTo>
                  <a:lnTo>
                    <a:pt x="85510" y="271190"/>
                  </a:lnTo>
                  <a:lnTo>
                    <a:pt x="72016" y="271190"/>
                  </a:lnTo>
                  <a:cubicBezTo>
                    <a:pt x="49659" y="271190"/>
                    <a:pt x="31535" y="253066"/>
                    <a:pt x="31535" y="230708"/>
                  </a:cubicBezTo>
                  <a:lnTo>
                    <a:pt x="31535" y="149746"/>
                  </a:lnTo>
                  <a:lnTo>
                    <a:pt x="18041" y="149746"/>
                  </a:lnTo>
                  <a:cubicBezTo>
                    <a:pt x="6032" y="149746"/>
                    <a:pt x="0" y="135213"/>
                    <a:pt x="8501" y="126712"/>
                  </a:cubicBezTo>
                  <a:lnTo>
                    <a:pt x="129945" y="5268"/>
                  </a:lnTo>
                  <a:cubicBezTo>
                    <a:pt x="135214" y="0"/>
                    <a:pt x="143756" y="0"/>
                    <a:pt x="149025" y="5268"/>
                  </a:cubicBezTo>
                  <a:moveTo>
                    <a:pt x="152979" y="163239"/>
                  </a:moveTo>
                  <a:cubicBezTo>
                    <a:pt x="160431" y="163239"/>
                    <a:pt x="166473" y="169281"/>
                    <a:pt x="166473" y="176733"/>
                  </a:cubicBezTo>
                  <a:lnTo>
                    <a:pt x="166473" y="271190"/>
                  </a:lnTo>
                  <a:lnTo>
                    <a:pt x="112498" y="271190"/>
                  </a:lnTo>
                  <a:lnTo>
                    <a:pt x="112498" y="176733"/>
                  </a:lnTo>
                  <a:cubicBezTo>
                    <a:pt x="112499" y="169892"/>
                    <a:pt x="117619" y="164134"/>
                    <a:pt x="124413" y="163334"/>
                  </a:cubicBezTo>
                  <a:lnTo>
                    <a:pt x="125991" y="1632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09294" y="3942398"/>
              <a:ext cx="86562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생활용품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668" y="4565332"/>
              <a:ext cx="221855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텀블러, 주방용품, 수납용품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91100" y="3657600"/>
            <a:ext cx="4229100" cy="1409700"/>
            <a:chOff x="4991100" y="3657600"/>
            <a:chExt cx="4229100" cy="1409700"/>
          </a:xfrm>
        </p:grpSpPr>
        <p:sp>
          <p:nvSpPr>
            <p:cNvPr id="26" name="Rectangle 26"/>
            <p:cNvSpPr/>
            <p:nvPr/>
          </p:nvSpPr>
          <p:spPr>
            <a:xfrm>
              <a:off x="4991100" y="3657600"/>
              <a:ext cx="4229100" cy="140970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260168" y="3942608"/>
              <a:ext cx="280652" cy="247333"/>
            </a:xfrm>
            <a:custGeom>
              <a:avLst/>
              <a:gdLst/>
              <a:ahLst/>
              <a:cxnLst/>
              <a:rect l="l" t="t" r="r" b="b"/>
              <a:pathLst>
                <a:path w="280652" h="247333">
                  <a:moveTo>
                    <a:pt x="72755" y="4122"/>
                  </a:moveTo>
                  <a:cubicBezTo>
                    <a:pt x="96946" y="0"/>
                    <a:pt x="121700" y="7072"/>
                    <a:pt x="140062" y="23350"/>
                  </a:cubicBezTo>
                  <a:lnTo>
                    <a:pt x="140562" y="23796"/>
                  </a:lnTo>
                  <a:lnTo>
                    <a:pt x="141020" y="23391"/>
                  </a:lnTo>
                  <a:cubicBezTo>
                    <a:pt x="158524" y="8030"/>
                    <a:pt x="181794" y="950"/>
                    <a:pt x="204886" y="3960"/>
                  </a:cubicBezTo>
                  <a:lnTo>
                    <a:pt x="208206" y="4446"/>
                  </a:lnTo>
                  <a:cubicBezTo>
                    <a:pt x="237519" y="9507"/>
                    <a:pt x="261696" y="30235"/>
                    <a:pt x="271174" y="58432"/>
                  </a:cubicBezTo>
                  <a:cubicBezTo>
                    <a:pt x="280652" y="86629"/>
                    <a:pt x="273904" y="117752"/>
                    <a:pt x="253599" y="139491"/>
                  </a:cubicBezTo>
                  <a:lnTo>
                    <a:pt x="251170" y="141988"/>
                  </a:lnTo>
                  <a:lnTo>
                    <a:pt x="250522" y="142541"/>
                  </a:lnTo>
                  <a:lnTo>
                    <a:pt x="149994" y="242112"/>
                  </a:lnTo>
                  <a:cubicBezTo>
                    <a:pt x="145196" y="246860"/>
                    <a:pt x="137628" y="247333"/>
                    <a:pt x="132276" y="243218"/>
                  </a:cubicBezTo>
                  <a:lnTo>
                    <a:pt x="131008" y="242112"/>
                  </a:lnTo>
                  <a:lnTo>
                    <a:pt x="29899" y="141961"/>
                  </a:lnTo>
                  <a:cubicBezTo>
                    <a:pt x="8058" y="120710"/>
                    <a:pt x="0" y="88995"/>
                    <a:pt x="9047" y="59896"/>
                  </a:cubicBezTo>
                  <a:cubicBezTo>
                    <a:pt x="18095" y="30796"/>
                    <a:pt x="42715" y="9242"/>
                    <a:pt x="72755" y="41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66994" y="3942398"/>
              <a:ext cx="86562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반려동물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30368" y="4565332"/>
              <a:ext cx="20470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강아지 의류, 펫케어 용품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5295900"/>
            <a:ext cx="4229100" cy="1409700"/>
            <a:chOff x="533400" y="5295900"/>
            <a:chExt cx="4229100" cy="1409700"/>
          </a:xfrm>
        </p:grpSpPr>
        <p:sp>
          <p:nvSpPr>
            <p:cNvPr id="31" name="Rectangle 31"/>
            <p:cNvSpPr/>
            <p:nvPr/>
          </p:nvSpPr>
          <p:spPr>
            <a:xfrm>
              <a:off x="533400" y="5295900"/>
              <a:ext cx="4229100" cy="140970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9674" y="5558680"/>
              <a:ext cx="266738" cy="292292"/>
            </a:xfrm>
            <a:custGeom>
              <a:avLst/>
              <a:gdLst/>
              <a:ahLst/>
              <a:cxnLst/>
              <a:rect l="l" t="t" r="r" b="b"/>
              <a:pathLst>
                <a:path w="266738" h="292292">
                  <a:moveTo>
                    <a:pt x="219176" y="47427"/>
                  </a:moveTo>
                  <a:cubicBezTo>
                    <a:pt x="265526" y="93771"/>
                    <a:pt x="266738" y="168533"/>
                    <a:pt x="221915" y="216356"/>
                  </a:cubicBezTo>
                  <a:lnTo>
                    <a:pt x="219176" y="219189"/>
                  </a:lnTo>
                  <a:lnTo>
                    <a:pt x="161922" y="276430"/>
                  </a:lnTo>
                  <a:cubicBezTo>
                    <a:pt x="146847" y="291496"/>
                    <a:pt x="122672" y="292292"/>
                    <a:pt x="106638" y="278252"/>
                  </a:cubicBezTo>
                  <a:lnTo>
                    <a:pt x="104695" y="276430"/>
                  </a:lnTo>
                  <a:lnTo>
                    <a:pt x="47427" y="219176"/>
                  </a:lnTo>
                  <a:cubicBezTo>
                    <a:pt x="0" y="171749"/>
                    <a:pt x="0" y="94854"/>
                    <a:pt x="47427" y="47427"/>
                  </a:cubicBezTo>
                  <a:cubicBezTo>
                    <a:pt x="94854" y="0"/>
                    <a:pt x="171749" y="0"/>
                    <a:pt x="219176" y="47427"/>
                  </a:cubicBezTo>
                  <a:close/>
                  <a:moveTo>
                    <a:pt x="133302" y="92820"/>
                  </a:moveTo>
                  <a:cubicBezTo>
                    <a:pt x="110944" y="92820"/>
                    <a:pt x="92820" y="110944"/>
                    <a:pt x="92820" y="133302"/>
                  </a:cubicBezTo>
                  <a:cubicBezTo>
                    <a:pt x="92820" y="155659"/>
                    <a:pt x="110944" y="173783"/>
                    <a:pt x="133302" y="173783"/>
                  </a:cubicBezTo>
                  <a:cubicBezTo>
                    <a:pt x="155659" y="173783"/>
                    <a:pt x="173783" y="155659"/>
                    <a:pt x="173783" y="133302"/>
                  </a:cubicBezTo>
                  <a:cubicBezTo>
                    <a:pt x="173783" y="110944"/>
                    <a:pt x="155659" y="92820"/>
                    <a:pt x="133302" y="9282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09294" y="5580698"/>
              <a:ext cx="43281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캠핑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2668" y="6203632"/>
              <a:ext cx="22297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캠핑 소품, 차량용 정리용품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991100" y="5295900"/>
            <a:ext cx="4229100" cy="1409700"/>
            <a:chOff x="4991100" y="5295900"/>
            <a:chExt cx="4229100" cy="1409700"/>
          </a:xfrm>
        </p:grpSpPr>
        <p:sp>
          <p:nvSpPr>
            <p:cNvPr id="36" name="Rectangle 36"/>
            <p:cNvSpPr/>
            <p:nvPr/>
          </p:nvSpPr>
          <p:spPr>
            <a:xfrm>
              <a:off x="4991100" y="5295900"/>
              <a:ext cx="4229100" cy="140970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279231" y="5584031"/>
              <a:ext cx="243372" cy="243840"/>
              <a:chOff x="5279231" y="5584031"/>
              <a:chExt cx="243372" cy="24384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279231" y="55840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94456" y="0"/>
                    </a:moveTo>
                    <a:lnTo>
                      <a:pt x="13494" y="0"/>
                    </a:lnTo>
                    <a:cubicBezTo>
                      <a:pt x="6041" y="0"/>
                      <a:pt x="0" y="6041"/>
                      <a:pt x="0" y="13494"/>
                    </a:cubicBezTo>
                    <a:lnTo>
                      <a:pt x="0" y="94456"/>
                    </a:lnTo>
                    <a:cubicBezTo>
                      <a:pt x="0" y="101909"/>
                      <a:pt x="6041" y="107950"/>
                      <a:pt x="13494" y="107950"/>
                    </a:cubicBezTo>
                    <a:lnTo>
                      <a:pt x="94456" y="107950"/>
                    </a:lnTo>
                    <a:cubicBezTo>
                      <a:pt x="101909" y="107950"/>
                      <a:pt x="107950" y="101909"/>
                      <a:pt x="107950" y="94456"/>
                    </a:cubicBezTo>
                    <a:lnTo>
                      <a:pt x="107950" y="13494"/>
                    </a:lnTo>
                    <a:cubicBezTo>
                      <a:pt x="107950" y="6041"/>
                      <a:pt x="101909" y="0"/>
                      <a:pt x="944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414169" y="55840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94456" y="0"/>
                    </a:moveTo>
                    <a:lnTo>
                      <a:pt x="13494" y="0"/>
                    </a:lnTo>
                    <a:cubicBezTo>
                      <a:pt x="6041" y="0"/>
                      <a:pt x="0" y="6041"/>
                      <a:pt x="0" y="13494"/>
                    </a:cubicBezTo>
                    <a:lnTo>
                      <a:pt x="0" y="94456"/>
                    </a:lnTo>
                    <a:cubicBezTo>
                      <a:pt x="0" y="101909"/>
                      <a:pt x="6041" y="107950"/>
                      <a:pt x="13494" y="107950"/>
                    </a:cubicBezTo>
                    <a:lnTo>
                      <a:pt x="94456" y="107950"/>
                    </a:lnTo>
                    <a:cubicBezTo>
                      <a:pt x="101909" y="107950"/>
                      <a:pt x="107950" y="101909"/>
                      <a:pt x="107950" y="94456"/>
                    </a:cubicBezTo>
                    <a:lnTo>
                      <a:pt x="107950" y="13494"/>
                    </a:lnTo>
                    <a:cubicBezTo>
                      <a:pt x="107950" y="6041"/>
                      <a:pt x="101909" y="0"/>
                      <a:pt x="944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279231" y="5718969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94456" y="0"/>
                    </a:moveTo>
                    <a:lnTo>
                      <a:pt x="13494" y="0"/>
                    </a:lnTo>
                    <a:cubicBezTo>
                      <a:pt x="6041" y="0"/>
                      <a:pt x="0" y="6041"/>
                      <a:pt x="0" y="13494"/>
                    </a:cubicBezTo>
                    <a:lnTo>
                      <a:pt x="0" y="94456"/>
                    </a:lnTo>
                    <a:cubicBezTo>
                      <a:pt x="0" y="101909"/>
                      <a:pt x="6041" y="107950"/>
                      <a:pt x="13494" y="107950"/>
                    </a:cubicBezTo>
                    <a:lnTo>
                      <a:pt x="94456" y="107950"/>
                    </a:lnTo>
                    <a:cubicBezTo>
                      <a:pt x="101909" y="107950"/>
                      <a:pt x="107950" y="101909"/>
                      <a:pt x="107950" y="94456"/>
                    </a:cubicBezTo>
                    <a:lnTo>
                      <a:pt x="107950" y="13494"/>
                    </a:lnTo>
                    <a:cubicBezTo>
                      <a:pt x="107950" y="6041"/>
                      <a:pt x="101909" y="0"/>
                      <a:pt x="944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414169" y="5718969"/>
                <a:ext cx="108434" cy="108902"/>
              </a:xfrm>
              <a:custGeom>
                <a:avLst/>
                <a:gdLst/>
                <a:ahLst/>
                <a:cxnLst/>
                <a:rect l="l" t="t" r="r" b="b"/>
                <a:pathLst>
                  <a:path w="108434" h="108902">
                    <a:moveTo>
                      <a:pt x="53975" y="0"/>
                    </a:moveTo>
                    <a:cubicBezTo>
                      <a:pt x="83434" y="0"/>
                      <a:pt x="107452" y="23621"/>
                      <a:pt x="107943" y="53075"/>
                    </a:cubicBezTo>
                    <a:cubicBezTo>
                      <a:pt x="108434" y="82530"/>
                      <a:pt x="85217" y="106938"/>
                      <a:pt x="55775" y="107920"/>
                    </a:cubicBezTo>
                    <a:cubicBezTo>
                      <a:pt x="26332" y="108902"/>
                      <a:pt x="1540" y="86096"/>
                      <a:pt x="67" y="56674"/>
                    </a:cubicBezTo>
                    <a:lnTo>
                      <a:pt x="0" y="53975"/>
                    </a:lnTo>
                    <a:lnTo>
                      <a:pt x="67" y="51276"/>
                    </a:lnTo>
                    <a:cubicBezTo>
                      <a:pt x="1506" y="22552"/>
                      <a:pt x="25214" y="0"/>
                      <a:pt x="539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666994" y="5580698"/>
              <a:ext cx="43281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패션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0368" y="6203632"/>
              <a:ext cx="18065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기능성 의류, 액세서리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38 / 41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7304" y="6957060"/>
            <a:ext cx="276197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실습 : 해외에 팔고 싶은 상품 또는 서비스 선정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9233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: 해외에 팔고 싶은 상품 또는 서비스 선정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580561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워크시트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1905000"/>
            <a:ext cx="8686800" cy="4800600"/>
            <a:chOff x="533400" y="1905000"/>
            <a:chExt cx="8686800" cy="4800600"/>
          </a:xfrm>
        </p:grpSpPr>
        <p:sp>
          <p:nvSpPr>
            <p:cNvPr id="8" name="Rectangle 8"/>
            <p:cNvSpPr/>
            <p:nvPr/>
          </p:nvSpPr>
          <p:spPr>
            <a:xfrm>
              <a:off x="533400" y="1905000"/>
              <a:ext cx="8686800" cy="495300"/>
            </a:xfrm>
            <a:prstGeom prst="roundRect">
              <a:avLst>
                <a:gd name="adj" fmla="val 192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73906" y="2073933"/>
              <a:ext cx="181117" cy="181110"/>
            </a:xfrm>
            <a:custGeom>
              <a:avLst/>
              <a:gdLst/>
              <a:ahLst/>
              <a:cxnLst/>
              <a:rect l="l" t="t" r="r" b="b"/>
              <a:pathLst>
                <a:path w="181117" h="181110">
                  <a:moveTo>
                    <a:pt x="93746" y="31489"/>
                  </a:moveTo>
                  <a:lnTo>
                    <a:pt x="149621" y="87365"/>
                  </a:lnTo>
                  <a:lnTo>
                    <a:pt x="58889" y="178087"/>
                  </a:lnTo>
                  <a:cubicBezTo>
                    <a:pt x="56954" y="180022"/>
                    <a:pt x="54330" y="181110"/>
                    <a:pt x="51594" y="181110"/>
                  </a:cubicBezTo>
                  <a:lnTo>
                    <a:pt x="10319" y="181110"/>
                  </a:lnTo>
                  <a:cubicBezTo>
                    <a:pt x="4620" y="181110"/>
                    <a:pt x="0" y="176491"/>
                    <a:pt x="0" y="170792"/>
                  </a:cubicBezTo>
                  <a:lnTo>
                    <a:pt x="0" y="129517"/>
                  </a:lnTo>
                  <a:cubicBezTo>
                    <a:pt x="1" y="126780"/>
                    <a:pt x="1088" y="124156"/>
                    <a:pt x="3023" y="122222"/>
                  </a:cubicBezTo>
                  <a:close/>
                  <a:moveTo>
                    <a:pt x="149529" y="3649"/>
                  </a:moveTo>
                  <a:cubicBezTo>
                    <a:pt x="163162" y="7300"/>
                    <a:pt x="173812" y="17949"/>
                    <a:pt x="177464" y="31582"/>
                  </a:cubicBezTo>
                  <a:cubicBezTo>
                    <a:pt x="181117" y="45216"/>
                    <a:pt x="177218" y="59762"/>
                    <a:pt x="167235" y="69741"/>
                  </a:cubicBezTo>
                  <a:lnTo>
                    <a:pt x="164222" y="72764"/>
                  </a:lnTo>
                  <a:lnTo>
                    <a:pt x="108347" y="16888"/>
                  </a:lnTo>
                  <a:lnTo>
                    <a:pt x="111370" y="13875"/>
                  </a:lnTo>
                  <a:cubicBezTo>
                    <a:pt x="121351" y="3898"/>
                    <a:pt x="135896" y="0"/>
                    <a:pt x="149529" y="364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15568" y="205073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b="1" dirty="0">
                  <a:solidFill>
                    <a:srgbClr val="FDF6F4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항목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2618" y="2050732"/>
              <a:ext cx="7886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650" b="1" dirty="0">
                  <a:solidFill>
                    <a:srgbClr val="FDF6F4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작성 내용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33400" y="2476500"/>
              <a:ext cx="8686800" cy="571500"/>
              <a:chOff x="533400" y="2476500"/>
              <a:chExt cx="868680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2476500"/>
                <a:ext cx="8686800" cy="571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53618" y="2660332"/>
                <a:ext cx="264174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1. 내가 선택한 상품 또는 서비스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4191000" y="2895600"/>
                <a:ext cx="4838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38700" h="9525">
                    <a:moveTo>
                      <a:pt x="0" y="0"/>
                    </a:moveTo>
                    <a:lnTo>
                      <a:pt x="4838700" y="0"/>
                    </a:lnTo>
                  </a:path>
                </a:pathLst>
              </a:custGeom>
              <a:noFill/>
              <a:ln w="9525">
                <a:solidFill>
                  <a:srgbClr val="D8C4B8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533400" y="3067050"/>
              <a:ext cx="8686800" cy="571500"/>
              <a:chOff x="533400" y="3067050"/>
              <a:chExt cx="8686800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33400" y="3067050"/>
                <a:ext cx="8686800" cy="571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53618" y="3250882"/>
                <a:ext cx="203581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2. 이 상품을 선택한 이유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4191000" y="3486150"/>
                <a:ext cx="4838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38700" h="9525">
                    <a:moveTo>
                      <a:pt x="0" y="0"/>
                    </a:moveTo>
                    <a:lnTo>
                      <a:pt x="4838700" y="0"/>
                    </a:lnTo>
                  </a:path>
                </a:pathLst>
              </a:custGeom>
              <a:noFill/>
              <a:ln w="9525">
                <a:solidFill>
                  <a:srgbClr val="D8C4B8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657600"/>
              <a:ext cx="8686800" cy="571500"/>
              <a:chOff x="533400" y="3657600"/>
              <a:chExt cx="8686800" cy="571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33400" y="3657600"/>
                <a:ext cx="8686800" cy="571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53618" y="3841432"/>
                <a:ext cx="282449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3. 해외에서 관심을 가질 만한 고객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4191000" y="4076700"/>
                <a:ext cx="4838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38700" h="9525">
                    <a:moveTo>
                      <a:pt x="0" y="0"/>
                    </a:moveTo>
                    <a:lnTo>
                      <a:pt x="4838700" y="0"/>
                    </a:lnTo>
                  </a:path>
                </a:pathLst>
              </a:custGeom>
              <a:noFill/>
              <a:ln w="9525">
                <a:solidFill>
                  <a:srgbClr val="D8C4B8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33400" y="4248150"/>
              <a:ext cx="8686800" cy="571500"/>
              <a:chOff x="533400" y="4248150"/>
              <a:chExt cx="8686800" cy="571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4248150"/>
                <a:ext cx="8686800" cy="571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53618" y="4431982"/>
                <a:ext cx="282449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4. 판매해보고 싶은 국가 또는 지역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4191000" y="4667250"/>
                <a:ext cx="4838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38700" h="9525">
                    <a:moveTo>
                      <a:pt x="0" y="0"/>
                    </a:moveTo>
                    <a:lnTo>
                      <a:pt x="4838700" y="0"/>
                    </a:lnTo>
                  </a:path>
                </a:pathLst>
              </a:custGeom>
              <a:noFill/>
              <a:ln w="9525">
                <a:solidFill>
                  <a:srgbClr val="D8C4B8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33400" y="4838700"/>
              <a:ext cx="8686800" cy="571500"/>
              <a:chOff x="533400" y="4838700"/>
              <a:chExt cx="8686800" cy="5715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33400" y="4838700"/>
                <a:ext cx="8686800" cy="571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53618" y="5022532"/>
                <a:ext cx="142987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5. 이 상품의 장점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191000" y="5257800"/>
                <a:ext cx="4838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38700" h="9525">
                    <a:moveTo>
                      <a:pt x="0" y="0"/>
                    </a:moveTo>
                    <a:lnTo>
                      <a:pt x="4838700" y="0"/>
                    </a:lnTo>
                  </a:path>
                </a:pathLst>
              </a:custGeom>
              <a:noFill/>
              <a:ln w="9525">
                <a:solidFill>
                  <a:srgbClr val="D8C4B8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5429250"/>
              <a:ext cx="8686800" cy="571500"/>
              <a:chOff x="533400" y="5429250"/>
              <a:chExt cx="8686800" cy="571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33400" y="5429250"/>
                <a:ext cx="8686800" cy="571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53618" y="5613082"/>
                <a:ext cx="227626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6. 해외 판매 시 걱정되는 점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4191000" y="5848350"/>
                <a:ext cx="4838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38700" h="9525">
                    <a:moveTo>
                      <a:pt x="0" y="0"/>
                    </a:moveTo>
                    <a:lnTo>
                      <a:pt x="4838700" y="0"/>
                    </a:lnTo>
                  </a:path>
                </a:pathLst>
              </a:custGeom>
              <a:noFill/>
              <a:ln w="9525">
                <a:solidFill>
                  <a:srgbClr val="D8C4B8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6019800"/>
              <a:ext cx="8686800" cy="685800"/>
              <a:chOff x="533400" y="6019800"/>
              <a:chExt cx="8686800" cy="6858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6019800"/>
                <a:ext cx="8686800" cy="68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53618" y="6222682"/>
                <a:ext cx="241091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7. AI를 활용해보고 싶은 부분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182618" y="6127432"/>
                <a:ext cx="254396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시장조사 / 번역 / 상품페이지 /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182618" y="6394132"/>
                <a:ext cx="197490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accent6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광고 / CS / 리뷰분석 등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39 / 41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7304" y="6957060"/>
            <a:ext cx="276197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실습 : 해외에 팔고 싶은 상품 또는 서비스 선정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9233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: 해외에 팔고 싶은 상품 또는 서비스 선정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1080424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예시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905000"/>
            <a:ext cx="8686800" cy="609600"/>
            <a:chOff x="533400" y="1905000"/>
            <a:chExt cx="8686800" cy="609600"/>
          </a:xfrm>
        </p:grpSpPr>
        <p:sp>
          <p:nvSpPr>
            <p:cNvPr id="8" name="Rectangle 8"/>
            <p:cNvSpPr/>
            <p:nvPr/>
          </p:nvSpPr>
          <p:spPr>
            <a:xfrm>
              <a:off x="533400" y="1905000"/>
              <a:ext cx="8686800" cy="609600"/>
            </a:xfrm>
            <a:prstGeom prst="roundRect">
              <a:avLst>
                <a:gd name="adj" fmla="val 2187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83171" y="2091271"/>
              <a:ext cx="249758" cy="237057"/>
              <a:chOff x="783171" y="2091271"/>
              <a:chExt cx="249758" cy="23705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52500" y="2243670"/>
                <a:ext cx="80429" cy="84658"/>
              </a:xfrm>
              <a:custGeom>
                <a:avLst/>
                <a:gdLst/>
                <a:ahLst/>
                <a:cxnLst/>
                <a:rect l="l" t="t" r="r" b="b"/>
                <a:pathLst>
                  <a:path w="80429" h="84658">
                    <a:moveTo>
                      <a:pt x="12700" y="55029"/>
                    </a:moveTo>
                    <a:cubicBezTo>
                      <a:pt x="5686" y="55029"/>
                      <a:pt x="0" y="49343"/>
                      <a:pt x="0" y="42329"/>
                    </a:cubicBezTo>
                    <a:cubicBezTo>
                      <a:pt x="0" y="35315"/>
                      <a:pt x="5686" y="29629"/>
                      <a:pt x="12700" y="29629"/>
                    </a:cubicBezTo>
                    <a:cubicBezTo>
                      <a:pt x="19714" y="29629"/>
                      <a:pt x="25400" y="23943"/>
                      <a:pt x="25400" y="16929"/>
                    </a:cubicBezTo>
                    <a:cubicBezTo>
                      <a:pt x="25400" y="0"/>
                      <a:pt x="50800" y="0"/>
                      <a:pt x="50800" y="16929"/>
                    </a:cubicBezTo>
                    <a:cubicBezTo>
                      <a:pt x="50800" y="23943"/>
                      <a:pt x="56486" y="29629"/>
                      <a:pt x="63500" y="29629"/>
                    </a:cubicBezTo>
                    <a:cubicBezTo>
                      <a:pt x="80429" y="29629"/>
                      <a:pt x="80429" y="55029"/>
                      <a:pt x="63500" y="55029"/>
                    </a:cubicBezTo>
                    <a:cubicBezTo>
                      <a:pt x="56486" y="55029"/>
                      <a:pt x="50800" y="60715"/>
                      <a:pt x="50800" y="67729"/>
                    </a:cubicBezTo>
                    <a:cubicBezTo>
                      <a:pt x="50800" y="84658"/>
                      <a:pt x="25400" y="84658"/>
                      <a:pt x="25400" y="67729"/>
                    </a:cubicBezTo>
                    <a:cubicBezTo>
                      <a:pt x="25400" y="60715"/>
                      <a:pt x="19714" y="55029"/>
                      <a:pt x="12700" y="550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3171" y="2116671"/>
                <a:ext cx="186258" cy="182029"/>
              </a:xfrm>
              <a:custGeom>
                <a:avLst/>
                <a:gdLst/>
                <a:ahLst/>
                <a:cxnLst/>
                <a:rect l="l" t="t" r="r" b="b"/>
                <a:pathLst>
                  <a:path w="186258" h="182029">
                    <a:moveTo>
                      <a:pt x="16929" y="80429"/>
                    </a:moveTo>
                    <a:cubicBezTo>
                      <a:pt x="51999" y="80429"/>
                      <a:pt x="80429" y="51999"/>
                      <a:pt x="80429" y="16929"/>
                    </a:cubicBezTo>
                    <a:cubicBezTo>
                      <a:pt x="80429" y="0"/>
                      <a:pt x="105829" y="0"/>
                      <a:pt x="105829" y="16929"/>
                    </a:cubicBezTo>
                    <a:cubicBezTo>
                      <a:pt x="105829" y="51999"/>
                      <a:pt x="134259" y="80429"/>
                      <a:pt x="169329" y="80429"/>
                    </a:cubicBezTo>
                    <a:cubicBezTo>
                      <a:pt x="186258" y="80429"/>
                      <a:pt x="186258" y="105829"/>
                      <a:pt x="169329" y="105829"/>
                    </a:cubicBezTo>
                    <a:cubicBezTo>
                      <a:pt x="134259" y="105829"/>
                      <a:pt x="105829" y="134259"/>
                      <a:pt x="105829" y="169329"/>
                    </a:cubicBezTo>
                    <a:cubicBezTo>
                      <a:pt x="105829" y="176343"/>
                      <a:pt x="100143" y="182029"/>
                      <a:pt x="93129" y="182029"/>
                    </a:cubicBezTo>
                    <a:cubicBezTo>
                      <a:pt x="86115" y="182029"/>
                      <a:pt x="80429" y="176343"/>
                      <a:pt x="80429" y="169329"/>
                    </a:cubicBezTo>
                    <a:cubicBezTo>
                      <a:pt x="80429" y="134259"/>
                      <a:pt x="51999" y="105829"/>
                      <a:pt x="16929" y="105829"/>
                    </a:cubicBezTo>
                    <a:cubicBezTo>
                      <a:pt x="0" y="105829"/>
                      <a:pt x="0" y="80429"/>
                      <a:pt x="16929" y="804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52500" y="2091271"/>
                <a:ext cx="80429" cy="84658"/>
              </a:xfrm>
              <a:custGeom>
                <a:avLst/>
                <a:gdLst/>
                <a:ahLst/>
                <a:cxnLst/>
                <a:rect l="l" t="t" r="r" b="b"/>
                <a:pathLst>
                  <a:path w="80429" h="84658">
                    <a:moveTo>
                      <a:pt x="12700" y="55029"/>
                    </a:moveTo>
                    <a:cubicBezTo>
                      <a:pt x="5686" y="55029"/>
                      <a:pt x="0" y="49343"/>
                      <a:pt x="0" y="42329"/>
                    </a:cubicBezTo>
                    <a:cubicBezTo>
                      <a:pt x="0" y="35315"/>
                      <a:pt x="5686" y="29629"/>
                      <a:pt x="12700" y="29629"/>
                    </a:cubicBezTo>
                    <a:cubicBezTo>
                      <a:pt x="19714" y="29629"/>
                      <a:pt x="25400" y="23943"/>
                      <a:pt x="25400" y="16929"/>
                    </a:cubicBezTo>
                    <a:cubicBezTo>
                      <a:pt x="25400" y="0"/>
                      <a:pt x="50800" y="0"/>
                      <a:pt x="50800" y="16929"/>
                    </a:cubicBezTo>
                    <a:cubicBezTo>
                      <a:pt x="50800" y="23943"/>
                      <a:pt x="56486" y="29629"/>
                      <a:pt x="63500" y="29629"/>
                    </a:cubicBezTo>
                    <a:cubicBezTo>
                      <a:pt x="80429" y="29629"/>
                      <a:pt x="80429" y="55029"/>
                      <a:pt x="63500" y="55029"/>
                    </a:cubicBezTo>
                    <a:cubicBezTo>
                      <a:pt x="56486" y="55029"/>
                      <a:pt x="50800" y="60715"/>
                      <a:pt x="50800" y="67729"/>
                    </a:cubicBezTo>
                    <a:cubicBezTo>
                      <a:pt x="50800" y="84658"/>
                      <a:pt x="25400" y="84658"/>
                      <a:pt x="25400" y="67729"/>
                    </a:cubicBezTo>
                    <a:cubicBezTo>
                      <a:pt x="25400" y="60715"/>
                      <a:pt x="19714" y="55029"/>
                      <a:pt x="12700" y="550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91006" y="2091690"/>
              <a:ext cx="26738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상품 — 한국 저자극 마스크팩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" y="2724150"/>
            <a:ext cx="8686800" cy="3467100"/>
            <a:chOff x="533400" y="2724150"/>
            <a:chExt cx="8686800" cy="3467100"/>
          </a:xfrm>
        </p:grpSpPr>
        <p:grpSp>
          <p:nvGrpSpPr>
            <p:cNvPr id="19" name="Group 19"/>
            <p:cNvGrpSpPr/>
            <p:nvPr/>
          </p:nvGrpSpPr>
          <p:grpSpPr>
            <a:xfrm>
              <a:off x="533400" y="2724150"/>
              <a:ext cx="8686800" cy="781050"/>
              <a:chOff x="533400" y="2724150"/>
              <a:chExt cx="8686800" cy="7810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2724150"/>
                <a:ext cx="8686800" cy="7810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53618" y="302228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선택 이유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849118" y="2869882"/>
                <a:ext cx="267861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K-뷰티에 대한 해외 관심이 높고,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849118" y="3174682"/>
                <a:ext cx="29719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비교적 소형 상품이라 배송이 가능함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524250"/>
              <a:ext cx="8686800" cy="495300"/>
              <a:chOff x="533400" y="3524250"/>
              <a:chExt cx="8686800" cy="4953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33400" y="3524250"/>
                <a:ext cx="8686800" cy="49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53618" y="366998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예상 고객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849118" y="3669982"/>
                <a:ext cx="284052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민감성 피부를 가진 20~40대 여성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33400" y="4038600"/>
              <a:ext cx="8686800" cy="495300"/>
              <a:chOff x="533400" y="4038600"/>
              <a:chExt cx="8686800" cy="4953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4038600"/>
                <a:ext cx="8686800" cy="49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53618" y="4184332"/>
                <a:ext cx="78867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타깃 국가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849118" y="4184332"/>
                <a:ext cx="3654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미국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33400" y="4552950"/>
              <a:ext cx="8686800" cy="495300"/>
              <a:chOff x="533400" y="4552950"/>
              <a:chExt cx="8686800" cy="4953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33400" y="4552950"/>
                <a:ext cx="8686800" cy="49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53618" y="4698682"/>
                <a:ext cx="3654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장점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849118" y="4698682"/>
                <a:ext cx="37285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한국 화장품 이미지, 사용 편의성, 선물 가능성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5067300"/>
              <a:ext cx="8686800" cy="495300"/>
              <a:chOff x="533400" y="5067300"/>
              <a:chExt cx="8686800" cy="4953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33400" y="5067300"/>
                <a:ext cx="8686800" cy="49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53618" y="5213032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걱정되는 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849118" y="5213032"/>
                <a:ext cx="298639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인증, 성분표기, 리뷰 부족, 경쟁 심화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33400" y="5581650"/>
              <a:ext cx="8686800" cy="609600"/>
              <a:chOff x="533400" y="5581650"/>
              <a:chExt cx="8686800" cy="609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5581650"/>
                <a:ext cx="8686800" cy="609600"/>
              </a:xfrm>
              <a:prstGeom prst="rect">
                <a:avLst/>
              </a:prstGeom>
              <a:solidFill>
                <a:srgbClr val="FCF1DA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80525" y="5782737"/>
                <a:ext cx="218539" cy="207427"/>
                <a:chOff x="780525" y="5782737"/>
                <a:chExt cx="218539" cy="20742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928688" y="5916088"/>
                  <a:ext cx="70376" cy="7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76" h="74076">
                      <a:moveTo>
                        <a:pt x="11113" y="48151"/>
                      </a:moveTo>
                      <a:cubicBezTo>
                        <a:pt x="4975" y="48151"/>
                        <a:pt x="0" y="43175"/>
                        <a:pt x="0" y="37038"/>
                      </a:cubicBezTo>
                      <a:cubicBezTo>
                        <a:pt x="0" y="30901"/>
                        <a:pt x="4975" y="25926"/>
                        <a:pt x="11113" y="25926"/>
                      </a:cubicBezTo>
                      <a:cubicBezTo>
                        <a:pt x="17250" y="25926"/>
                        <a:pt x="22225" y="20950"/>
                        <a:pt x="22225" y="14813"/>
                      </a:cubicBezTo>
                      <a:cubicBezTo>
                        <a:pt x="22225" y="0"/>
                        <a:pt x="44450" y="0"/>
                        <a:pt x="44450" y="14813"/>
                      </a:cubicBezTo>
                      <a:cubicBezTo>
                        <a:pt x="44450" y="20950"/>
                        <a:pt x="49425" y="25926"/>
                        <a:pt x="55563" y="25926"/>
                      </a:cubicBezTo>
                      <a:cubicBezTo>
                        <a:pt x="70376" y="25926"/>
                        <a:pt x="70376" y="48151"/>
                        <a:pt x="55563" y="48151"/>
                      </a:cubicBezTo>
                      <a:cubicBezTo>
                        <a:pt x="49425" y="48151"/>
                        <a:pt x="44450" y="53126"/>
                        <a:pt x="44450" y="59263"/>
                      </a:cubicBezTo>
                      <a:cubicBezTo>
                        <a:pt x="44450" y="74076"/>
                        <a:pt x="22225" y="74076"/>
                        <a:pt x="22225" y="59263"/>
                      </a:cubicBezTo>
                      <a:cubicBezTo>
                        <a:pt x="22225" y="53126"/>
                        <a:pt x="17250" y="48151"/>
                        <a:pt x="11113" y="48151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80525" y="5804962"/>
                  <a:ext cx="162976" cy="159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76" h="159276">
                      <a:moveTo>
                        <a:pt x="14813" y="70376"/>
                      </a:moveTo>
                      <a:cubicBezTo>
                        <a:pt x="45499" y="70376"/>
                        <a:pt x="70376" y="45499"/>
                        <a:pt x="70376" y="14813"/>
                      </a:cubicBezTo>
                      <a:cubicBezTo>
                        <a:pt x="70376" y="0"/>
                        <a:pt x="92601" y="0"/>
                        <a:pt x="92601" y="14813"/>
                      </a:cubicBezTo>
                      <a:cubicBezTo>
                        <a:pt x="92601" y="45499"/>
                        <a:pt x="117477" y="70376"/>
                        <a:pt x="148163" y="70376"/>
                      </a:cubicBezTo>
                      <a:cubicBezTo>
                        <a:pt x="162976" y="70376"/>
                        <a:pt x="162976" y="92601"/>
                        <a:pt x="148163" y="92601"/>
                      </a:cubicBezTo>
                      <a:cubicBezTo>
                        <a:pt x="117477" y="92601"/>
                        <a:pt x="92601" y="117477"/>
                        <a:pt x="92601" y="148163"/>
                      </a:cubicBezTo>
                      <a:cubicBezTo>
                        <a:pt x="92601" y="154301"/>
                        <a:pt x="87625" y="159276"/>
                        <a:pt x="81488" y="159276"/>
                      </a:cubicBezTo>
                      <a:cubicBezTo>
                        <a:pt x="75351" y="159276"/>
                        <a:pt x="70376" y="154301"/>
                        <a:pt x="70376" y="148163"/>
                      </a:cubicBezTo>
                      <a:cubicBezTo>
                        <a:pt x="70376" y="117477"/>
                        <a:pt x="45499" y="92601"/>
                        <a:pt x="14813" y="92601"/>
                      </a:cubicBezTo>
                      <a:cubicBezTo>
                        <a:pt x="0" y="92601"/>
                        <a:pt x="0" y="70376"/>
                        <a:pt x="14813" y="70376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28688" y="5782737"/>
                  <a:ext cx="70376" cy="7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76" h="74076">
                      <a:moveTo>
                        <a:pt x="11113" y="48151"/>
                      </a:moveTo>
                      <a:cubicBezTo>
                        <a:pt x="4975" y="48151"/>
                        <a:pt x="0" y="43175"/>
                        <a:pt x="0" y="37038"/>
                      </a:cubicBezTo>
                      <a:cubicBezTo>
                        <a:pt x="0" y="30901"/>
                        <a:pt x="4975" y="25926"/>
                        <a:pt x="11113" y="25926"/>
                      </a:cubicBezTo>
                      <a:cubicBezTo>
                        <a:pt x="17250" y="25926"/>
                        <a:pt x="22225" y="20950"/>
                        <a:pt x="22225" y="14813"/>
                      </a:cubicBezTo>
                      <a:cubicBezTo>
                        <a:pt x="22225" y="0"/>
                        <a:pt x="44450" y="0"/>
                        <a:pt x="44450" y="14813"/>
                      </a:cubicBezTo>
                      <a:cubicBezTo>
                        <a:pt x="44450" y="20950"/>
                        <a:pt x="49425" y="25926"/>
                        <a:pt x="55563" y="25926"/>
                      </a:cubicBezTo>
                      <a:cubicBezTo>
                        <a:pt x="70376" y="25926"/>
                        <a:pt x="70376" y="48151"/>
                        <a:pt x="55563" y="48151"/>
                      </a:cubicBezTo>
                      <a:cubicBezTo>
                        <a:pt x="49425" y="48151"/>
                        <a:pt x="44450" y="53126"/>
                        <a:pt x="44450" y="59263"/>
                      </a:cubicBezTo>
                      <a:cubicBezTo>
                        <a:pt x="44450" y="74076"/>
                        <a:pt x="22225" y="74076"/>
                        <a:pt x="22225" y="59263"/>
                      </a:cubicBezTo>
                      <a:cubicBezTo>
                        <a:pt x="22225" y="53126"/>
                        <a:pt x="17250" y="48151"/>
                        <a:pt x="11113" y="48151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134618" y="5784532"/>
                <a:ext cx="63959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AI 활용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849118" y="5784532"/>
                <a:ext cx="408284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시장조사, 상품명 작성, 영문 상세페이지, 광고문구</a:t>
                </a:r>
              </a:p>
            </p:txBody>
          </p:sp>
        </p:grpSp>
      </p:grpSp>
      <p:sp>
        <p:nvSpPr>
          <p:cNvPr id="45" name="TextBox 45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40 / 41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7304" y="6957060"/>
            <a:ext cx="276197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실습 : 해외에 팔고 싶은 상품 또는 서비스 선정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9753600" cy="1627361"/>
            <a:chOff x="0" y="0"/>
            <a:chExt cx="9753600" cy="162736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7536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9906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160" y="304800"/>
              <a:ext cx="69233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30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실습 : 해외에 팔고 싶은 상품 또는 서비스 선정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76350"/>
              <a:ext cx="95250" cy="3048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0570" y="1281112"/>
              <a:ext cx="5001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22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결언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2038350"/>
            <a:ext cx="8686800" cy="1352550"/>
            <a:chOff x="533400" y="2038350"/>
            <a:chExt cx="8686800" cy="1352550"/>
          </a:xfrm>
        </p:grpSpPr>
        <p:sp>
          <p:nvSpPr>
            <p:cNvPr id="8" name="Rectangle 8"/>
            <p:cNvSpPr/>
            <p:nvPr/>
          </p:nvSpPr>
          <p:spPr>
            <a:xfrm>
              <a:off x="533400" y="2038350"/>
              <a:ext cx="8686800" cy="1352550"/>
            </a:xfrm>
            <a:prstGeom prst="roundRect">
              <a:avLst>
                <a:gd name="adj" fmla="val 1126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7250" y="2343150"/>
              <a:ext cx="233029" cy="257175"/>
            </a:xfrm>
            <a:custGeom>
              <a:avLst/>
              <a:gdLst/>
              <a:ahLst/>
              <a:cxnLst/>
              <a:rect l="l" t="t" r="r" b="b"/>
              <a:pathLst>
                <a:path w="233029" h="257175">
                  <a:moveTo>
                    <a:pt x="214312" y="0"/>
                  </a:moveTo>
                  <a:cubicBezTo>
                    <a:pt x="226485" y="0"/>
                    <a:pt x="232843" y="14087"/>
                    <a:pt x="225500" y="23189"/>
                  </a:cubicBezTo>
                  <a:lnTo>
                    <a:pt x="224414" y="24389"/>
                  </a:lnTo>
                  <a:lnTo>
                    <a:pt x="170236" y="78581"/>
                  </a:lnTo>
                  <a:lnTo>
                    <a:pt x="224414" y="132774"/>
                  </a:lnTo>
                  <a:cubicBezTo>
                    <a:pt x="233029" y="141375"/>
                    <a:pt x="227557" y="155834"/>
                    <a:pt x="215941" y="157077"/>
                  </a:cubicBezTo>
                  <a:lnTo>
                    <a:pt x="214312" y="157162"/>
                  </a:lnTo>
                  <a:lnTo>
                    <a:pt x="28575" y="157162"/>
                  </a:lnTo>
                  <a:lnTo>
                    <a:pt x="28575" y="242888"/>
                  </a:lnTo>
                  <a:cubicBezTo>
                    <a:pt x="28574" y="250131"/>
                    <a:pt x="23153" y="256228"/>
                    <a:pt x="15959" y="257075"/>
                  </a:cubicBezTo>
                  <a:lnTo>
                    <a:pt x="14288" y="257175"/>
                  </a:lnTo>
                  <a:cubicBezTo>
                    <a:pt x="7044" y="257174"/>
                    <a:pt x="947" y="251753"/>
                    <a:pt x="100" y="244559"/>
                  </a:cubicBezTo>
                  <a:lnTo>
                    <a:pt x="0" y="242888"/>
                  </a:lnTo>
                  <a:lnTo>
                    <a:pt x="0" y="14288"/>
                  </a:lnTo>
                  <a:cubicBezTo>
                    <a:pt x="1" y="7044"/>
                    <a:pt x="5422" y="947"/>
                    <a:pt x="12616" y="100"/>
                  </a:cubicBezTo>
                  <a:lnTo>
                    <a:pt x="14288" y="0"/>
                  </a:lnTo>
                  <a:lnTo>
                    <a:pt x="214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86256" y="224409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학습 핵심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2701290"/>
              <a:ext cx="302005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AI로 고객 이해 및 판매 구조 설계,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3025140"/>
              <a:ext cx="28341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신뢰 기반의 글로벌 커머스 구축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3638550"/>
            <a:ext cx="8686800" cy="1047750"/>
            <a:chOff x="533400" y="3638550"/>
            <a:chExt cx="8686800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638550"/>
              <a:ext cx="868680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27088" y="3926193"/>
              <a:ext cx="283775" cy="284239"/>
            </a:xfrm>
            <a:custGeom>
              <a:avLst/>
              <a:gdLst/>
              <a:ahLst/>
              <a:cxnLst/>
              <a:rect l="l" t="t" r="r" b="b"/>
              <a:pathLst>
                <a:path w="283775" h="284239">
                  <a:moveTo>
                    <a:pt x="202407" y="24126"/>
                  </a:moveTo>
                  <a:cubicBezTo>
                    <a:pt x="258641" y="56595"/>
                    <a:pt x="283775" y="124511"/>
                    <a:pt x="262225" y="185766"/>
                  </a:cubicBezTo>
                  <a:cubicBezTo>
                    <a:pt x="240675" y="247020"/>
                    <a:pt x="178553" y="284239"/>
                    <a:pt x="114377" y="274346"/>
                  </a:cubicBezTo>
                  <a:cubicBezTo>
                    <a:pt x="50200" y="264454"/>
                    <a:pt x="2171" y="210255"/>
                    <a:pt x="67" y="145354"/>
                  </a:cubicBezTo>
                  <a:lnTo>
                    <a:pt x="0" y="140982"/>
                  </a:lnTo>
                  <a:lnTo>
                    <a:pt x="67" y="136610"/>
                  </a:lnTo>
                  <a:cubicBezTo>
                    <a:pt x="1605" y="89206"/>
                    <a:pt x="27916" y="46090"/>
                    <a:pt x="69370" y="23045"/>
                  </a:cubicBezTo>
                  <a:cubicBezTo>
                    <a:pt x="110824" y="0"/>
                    <a:pt x="161333" y="410"/>
                    <a:pt x="202407" y="24126"/>
                  </a:cubicBezTo>
                  <a:close/>
                  <a:moveTo>
                    <a:pt x="184959" y="104455"/>
                  </a:moveTo>
                  <a:cubicBezTo>
                    <a:pt x="180152" y="99648"/>
                    <a:pt x="172519" y="99168"/>
                    <a:pt x="167147" y="103335"/>
                  </a:cubicBezTo>
                  <a:lnTo>
                    <a:pt x="165879" y="104455"/>
                  </a:lnTo>
                  <a:lnTo>
                    <a:pt x="121444" y="148876"/>
                  </a:lnTo>
                  <a:lnTo>
                    <a:pt x="103997" y="131442"/>
                  </a:lnTo>
                  <a:lnTo>
                    <a:pt x="102728" y="130322"/>
                  </a:lnTo>
                  <a:cubicBezTo>
                    <a:pt x="97356" y="126158"/>
                    <a:pt x="89726" y="126640"/>
                    <a:pt x="84920" y="131446"/>
                  </a:cubicBezTo>
                  <a:cubicBezTo>
                    <a:pt x="80114" y="136252"/>
                    <a:pt x="79633" y="143882"/>
                    <a:pt x="83796" y="149254"/>
                  </a:cubicBezTo>
                  <a:lnTo>
                    <a:pt x="84916" y="150522"/>
                  </a:lnTo>
                  <a:lnTo>
                    <a:pt x="111904" y="177510"/>
                  </a:lnTo>
                  <a:lnTo>
                    <a:pt x="113172" y="178630"/>
                  </a:lnTo>
                  <a:cubicBezTo>
                    <a:pt x="118040" y="182407"/>
                    <a:pt x="124848" y="182407"/>
                    <a:pt x="129716" y="178630"/>
                  </a:cubicBezTo>
                  <a:lnTo>
                    <a:pt x="130984" y="177510"/>
                  </a:lnTo>
                  <a:lnTo>
                    <a:pt x="184959" y="123535"/>
                  </a:lnTo>
                  <a:lnTo>
                    <a:pt x="186079" y="122266"/>
                  </a:lnTo>
                  <a:cubicBezTo>
                    <a:pt x="190246" y="116895"/>
                    <a:pt x="189766" y="109262"/>
                    <a:pt x="184959" y="1044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67206" y="3844290"/>
              <a:ext cx="11221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이번 주 학습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67206" y="4225290"/>
              <a:ext cx="42014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해외에 판매할 상품 선정, 상품 아이디어 구체화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4914900"/>
            <a:ext cx="8686800" cy="1047750"/>
            <a:chOff x="533400" y="4914900"/>
            <a:chExt cx="8686800" cy="1047750"/>
          </a:xfrm>
        </p:grpSpPr>
        <p:sp>
          <p:nvSpPr>
            <p:cNvPr id="19" name="Rectangle 19"/>
            <p:cNvSpPr/>
            <p:nvPr/>
          </p:nvSpPr>
          <p:spPr>
            <a:xfrm>
              <a:off x="533400" y="4914900"/>
              <a:ext cx="868680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27086" y="5202543"/>
              <a:ext cx="284137" cy="285245"/>
            </a:xfrm>
            <a:custGeom>
              <a:avLst/>
              <a:gdLst/>
              <a:ahLst/>
              <a:cxnLst/>
              <a:rect l="l" t="t" r="r" b="b"/>
              <a:pathLst>
                <a:path w="284137" h="285245">
                  <a:moveTo>
                    <a:pt x="202408" y="24126"/>
                  </a:moveTo>
                  <a:cubicBezTo>
                    <a:pt x="259120" y="56869"/>
                    <a:pt x="284137" y="125603"/>
                    <a:pt x="261739" y="187138"/>
                  </a:cubicBezTo>
                  <a:cubicBezTo>
                    <a:pt x="239341" y="248674"/>
                    <a:pt x="175995" y="285245"/>
                    <a:pt x="111506" y="273873"/>
                  </a:cubicBezTo>
                  <a:cubicBezTo>
                    <a:pt x="47016" y="262501"/>
                    <a:pt x="0" y="206467"/>
                    <a:pt x="2" y="140982"/>
                  </a:cubicBezTo>
                  <a:lnTo>
                    <a:pt x="69" y="136610"/>
                  </a:lnTo>
                  <a:cubicBezTo>
                    <a:pt x="1606" y="89206"/>
                    <a:pt x="27918" y="46090"/>
                    <a:pt x="69372" y="23045"/>
                  </a:cubicBezTo>
                  <a:cubicBezTo>
                    <a:pt x="110826" y="0"/>
                    <a:pt x="161335" y="410"/>
                    <a:pt x="202408" y="24126"/>
                  </a:cubicBezTo>
                  <a:close/>
                  <a:moveTo>
                    <a:pt x="134939" y="221945"/>
                  </a:moveTo>
                  <a:cubicBezTo>
                    <a:pt x="127487" y="221945"/>
                    <a:pt x="121446" y="227986"/>
                    <a:pt x="121446" y="235439"/>
                  </a:cubicBezTo>
                  <a:cubicBezTo>
                    <a:pt x="121446" y="242891"/>
                    <a:pt x="127487" y="248932"/>
                    <a:pt x="134939" y="248932"/>
                  </a:cubicBezTo>
                  <a:cubicBezTo>
                    <a:pt x="142392" y="248932"/>
                    <a:pt x="148433" y="242891"/>
                    <a:pt x="148433" y="235439"/>
                  </a:cubicBezTo>
                  <a:cubicBezTo>
                    <a:pt x="148433" y="227986"/>
                    <a:pt x="142392" y="221945"/>
                    <a:pt x="134939" y="221945"/>
                  </a:cubicBezTo>
                  <a:moveTo>
                    <a:pt x="184651" y="74201"/>
                  </a:moveTo>
                  <a:lnTo>
                    <a:pt x="103688" y="101189"/>
                  </a:lnTo>
                  <a:cubicBezTo>
                    <a:pt x="99654" y="102532"/>
                    <a:pt x="96489" y="105697"/>
                    <a:pt x="95146" y="109731"/>
                  </a:cubicBezTo>
                  <a:lnTo>
                    <a:pt x="68064" y="191044"/>
                  </a:lnTo>
                  <a:lnTo>
                    <a:pt x="67754" y="192205"/>
                  </a:lnTo>
                  <a:lnTo>
                    <a:pt x="67525" y="193729"/>
                  </a:lnTo>
                  <a:lnTo>
                    <a:pt x="67471" y="194647"/>
                  </a:lnTo>
                  <a:lnTo>
                    <a:pt x="67471" y="195241"/>
                  </a:lnTo>
                  <a:lnTo>
                    <a:pt x="67592" y="196739"/>
                  </a:lnTo>
                  <a:lnTo>
                    <a:pt x="67754" y="197683"/>
                  </a:lnTo>
                  <a:lnTo>
                    <a:pt x="68294" y="199626"/>
                  </a:lnTo>
                  <a:lnTo>
                    <a:pt x="68901" y="200976"/>
                  </a:lnTo>
                  <a:lnTo>
                    <a:pt x="69630" y="202257"/>
                  </a:lnTo>
                  <a:lnTo>
                    <a:pt x="70493" y="203472"/>
                  </a:lnTo>
                  <a:lnTo>
                    <a:pt x="71424" y="204484"/>
                  </a:lnTo>
                  <a:lnTo>
                    <a:pt x="72558" y="205482"/>
                  </a:lnTo>
                  <a:lnTo>
                    <a:pt x="73880" y="206427"/>
                  </a:lnTo>
                  <a:lnTo>
                    <a:pt x="75229" y="207156"/>
                  </a:lnTo>
                  <a:lnTo>
                    <a:pt x="76282" y="207601"/>
                  </a:lnTo>
                  <a:lnTo>
                    <a:pt x="77699" y="208046"/>
                  </a:lnTo>
                  <a:lnTo>
                    <a:pt x="79170" y="208316"/>
                  </a:lnTo>
                  <a:lnTo>
                    <a:pt x="79750" y="208384"/>
                  </a:lnTo>
                  <a:lnTo>
                    <a:pt x="80667" y="208438"/>
                  </a:lnTo>
                  <a:lnTo>
                    <a:pt x="81261" y="208438"/>
                  </a:lnTo>
                  <a:lnTo>
                    <a:pt x="82759" y="208316"/>
                  </a:lnTo>
                  <a:lnTo>
                    <a:pt x="83704" y="208154"/>
                  </a:lnTo>
                  <a:lnTo>
                    <a:pt x="83973" y="208073"/>
                  </a:lnTo>
                  <a:lnTo>
                    <a:pt x="84230" y="208046"/>
                  </a:lnTo>
                  <a:lnTo>
                    <a:pt x="85228" y="207749"/>
                  </a:lnTo>
                  <a:lnTo>
                    <a:pt x="166191" y="180762"/>
                  </a:lnTo>
                  <a:cubicBezTo>
                    <a:pt x="170225" y="179419"/>
                    <a:pt x="173390" y="176254"/>
                    <a:pt x="174733" y="172220"/>
                  </a:cubicBezTo>
                  <a:lnTo>
                    <a:pt x="201720" y="91258"/>
                  </a:lnTo>
                  <a:cubicBezTo>
                    <a:pt x="203337" y="86408"/>
                    <a:pt x="202076" y="81062"/>
                    <a:pt x="198461" y="77447"/>
                  </a:cubicBezTo>
                  <a:cubicBezTo>
                    <a:pt x="194846" y="73833"/>
                    <a:pt x="189500" y="72571"/>
                    <a:pt x="184651" y="74188"/>
                  </a:cubicBezTo>
                  <a:close/>
                  <a:moveTo>
                    <a:pt x="167581" y="108327"/>
                  </a:moveTo>
                  <a:lnTo>
                    <a:pt x="151253" y="157296"/>
                  </a:lnTo>
                  <a:lnTo>
                    <a:pt x="102285" y="173624"/>
                  </a:lnTo>
                  <a:lnTo>
                    <a:pt x="118612" y="124655"/>
                  </a:lnTo>
                  <a:lnTo>
                    <a:pt x="167581" y="108327"/>
                  </a:lnTo>
                  <a:close/>
                  <a:moveTo>
                    <a:pt x="40483" y="127488"/>
                  </a:moveTo>
                  <a:cubicBezTo>
                    <a:pt x="33031" y="127488"/>
                    <a:pt x="26989" y="133530"/>
                    <a:pt x="26989" y="140982"/>
                  </a:cubicBezTo>
                  <a:cubicBezTo>
                    <a:pt x="26989" y="148435"/>
                    <a:pt x="33031" y="154476"/>
                    <a:pt x="40483" y="154476"/>
                  </a:cubicBezTo>
                  <a:cubicBezTo>
                    <a:pt x="47935" y="154476"/>
                    <a:pt x="53977" y="148435"/>
                    <a:pt x="53977" y="140982"/>
                  </a:cubicBezTo>
                  <a:cubicBezTo>
                    <a:pt x="53977" y="133530"/>
                    <a:pt x="47935" y="127488"/>
                    <a:pt x="40483" y="127488"/>
                  </a:cubicBezTo>
                  <a:moveTo>
                    <a:pt x="229396" y="127488"/>
                  </a:moveTo>
                  <a:cubicBezTo>
                    <a:pt x="221944" y="127488"/>
                    <a:pt x="215902" y="133530"/>
                    <a:pt x="215902" y="140982"/>
                  </a:cubicBezTo>
                  <a:cubicBezTo>
                    <a:pt x="215902" y="148435"/>
                    <a:pt x="221944" y="154476"/>
                    <a:pt x="229396" y="154476"/>
                  </a:cubicBezTo>
                  <a:cubicBezTo>
                    <a:pt x="236848" y="154476"/>
                    <a:pt x="242890" y="148435"/>
                    <a:pt x="242890" y="140982"/>
                  </a:cubicBezTo>
                  <a:cubicBezTo>
                    <a:pt x="242890" y="133530"/>
                    <a:pt x="236848" y="127488"/>
                    <a:pt x="229396" y="127488"/>
                  </a:cubicBezTo>
                  <a:moveTo>
                    <a:pt x="134939" y="33032"/>
                  </a:moveTo>
                  <a:cubicBezTo>
                    <a:pt x="127487" y="33032"/>
                    <a:pt x="121446" y="39073"/>
                    <a:pt x="121446" y="46526"/>
                  </a:cubicBezTo>
                  <a:cubicBezTo>
                    <a:pt x="121446" y="53978"/>
                    <a:pt x="127487" y="60020"/>
                    <a:pt x="134939" y="60020"/>
                  </a:cubicBezTo>
                  <a:cubicBezTo>
                    <a:pt x="142392" y="60020"/>
                    <a:pt x="148433" y="53978"/>
                    <a:pt x="148433" y="46526"/>
                  </a:cubicBezTo>
                  <a:cubicBezTo>
                    <a:pt x="148433" y="39073"/>
                    <a:pt x="142392" y="33032"/>
                    <a:pt x="134939" y="3303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67206" y="5120640"/>
              <a:ext cx="11221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다음 주 학습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67206" y="5501640"/>
              <a:ext cx="42639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" sz="180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국가별 목표 고객 분석, 글로벌 소비자 특성 이해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638550" y="6362700"/>
            <a:ext cx="2476500" cy="304800"/>
            <a:chOff x="3638550" y="6362700"/>
            <a:chExt cx="2476500" cy="304800"/>
          </a:xfrm>
        </p:grpSpPr>
        <p:sp>
          <p:nvSpPr>
            <p:cNvPr id="24" name="Line 24"/>
            <p:cNvSpPr/>
            <p:nvPr/>
          </p:nvSpPr>
          <p:spPr>
            <a:xfrm>
              <a:off x="3733800" y="65151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D8C4B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638550" y="64198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724400" y="63627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924550" y="64198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8750205" y="6957060"/>
            <a:ext cx="4760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41 / 41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7304" y="6957060"/>
            <a:ext cx="276197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" sz="1200" dirty="0">
                <a:solidFill>
                  <a:schemeClr val="accent6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실습 : 해외에 팔고 싶은 상품 또는 서비스 선정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global-ai-commerce-w01-workshop">
  <a:themeElements>
    <a:clrScheme name="global-ai-commerce-w01-workshop">
      <a:dk1>
        <a:srgbClr val="33332F"/>
      </a:dk1>
      <a:lt1>
        <a:srgbClr val="FDF6F4"/>
      </a:lt1>
      <a:dk2>
        <a:srgbClr val="1F497D"/>
      </a:dk2>
      <a:lt2>
        <a:srgbClr val="F6E9E4"/>
      </a:lt2>
      <a:accent1>
        <a:srgbClr val="4B4535"/>
      </a:accent1>
      <a:accent2>
        <a:srgbClr val="F8DA92"/>
      </a:accent2>
      <a:accent3>
        <a:srgbClr val="EDA796"/>
      </a:accent3>
      <a:accent4>
        <a:srgbClr val="4B4535"/>
      </a:accent4>
      <a:accent5>
        <a:srgbClr val="E7D9D3"/>
      </a:accent5>
      <a:accent6>
        <a:srgbClr val="5C564A"/>
      </a:accent6>
      <a:hlink>
        <a:srgbClr val="F8DA92"/>
      </a:hlink>
      <a:folHlink>
        <a:srgbClr val="EDA796"/>
      </a:folHlink>
    </a:clrScheme>
    <a:fontScheme name="global-ai-commerce-w01-workshop">
      <a:majorFont>
        <a:latin typeface="Segoe UI"/>
        <a:ea typeface="Malgun Gothic"/>
        <a:cs typeface="Segoe UI"/>
        <a:font script="Jpan" typeface="Malgun Gothic"/>
        <a:font script="Hang" typeface="Malgun Gothic"/>
        <a:font script="Hans" typeface="Malgun Gothic"/>
        <a:font script="Hant" typeface="Malgun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algun Gothic"/>
        <a:cs typeface="Segoe UI"/>
        <a:font script="Jpan" typeface="Malgun Gothic"/>
        <a:font script="Hang" typeface="Malgun Gothic"/>
        <a:font script="Hans" typeface="Malgun Gothic"/>
        <a:font script="Hant" typeface="Malgun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bal-ai-commerce-w01-works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2373</Words>
  <Application>Microsoft Office PowerPoint</Application>
  <PresentationFormat>와이드스크린</PresentationFormat>
  <Paragraphs>563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5" baseType="lpstr">
      <vt:lpstr>Pretendard Variable</vt:lpstr>
      <vt:lpstr>Arial</vt:lpstr>
      <vt:lpstr>Segoe UI</vt:lpstr>
      <vt:lpstr>global-ai-commerce-w01-workshop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ssiwonk</cp:lastModifiedBy>
  <cp:revision>2</cp:revision>
  <dcterms:created xsi:type="dcterms:W3CDTF">2026-09-03T09:43:03Z</dcterms:created>
  <dcterms:modified xsi:type="dcterms:W3CDTF">2026-09-03T09:47:22Z</dcterms:modified>
  <cp:category/>
  <cp:contentStatus/>
  <dc:language>ko</dc:language>
</cp:coreProperties>
</file>